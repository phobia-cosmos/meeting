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13" r:id="rId4"/>
    <p:sldId id="6515" r:id="rId6"/>
    <p:sldId id="6517" r:id="rId7"/>
    <p:sldId id="6518" r:id="rId8"/>
    <p:sldId id="6514" r:id="rId9"/>
    <p:sldId id="6516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3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.xml"/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本周工作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66420" y="865505"/>
            <a:ext cx="10705465" cy="1301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8460" y="930275"/>
            <a:ext cx="11425555" cy="2403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针对</a:t>
            </a:r>
            <a:r>
              <a:rPr lang="en-US" altLang="zh-CN"/>
              <a:t>RAS</a:t>
            </a:r>
            <a:r>
              <a:rPr lang="zh-CN" altLang="en-US"/>
              <a:t>进行设计 分析了</a:t>
            </a:r>
            <a:r>
              <a:rPr lang="en-US" altLang="zh-CN"/>
              <a:t>RAS</a:t>
            </a:r>
            <a:r>
              <a:rPr lang="zh-CN" altLang="en-US"/>
              <a:t>失效后会有时间惩罚 但我们需要能控制失效后的地址（埋入</a:t>
            </a:r>
            <a:r>
              <a:rPr lang="en-US" altLang="zh-CN"/>
              <a:t>gadget）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根据</a:t>
            </a:r>
            <a:r>
              <a:rPr lang="en-US" altLang="zh-CN"/>
              <a:t>RTL</a:t>
            </a:r>
            <a:r>
              <a:rPr lang="zh-CN" altLang="en-US"/>
              <a:t>源码设计实验 但是无法验证 失败原因：</a:t>
            </a:r>
            <a:endParaRPr lang="zh-CN" altLang="en-US"/>
          </a:p>
          <a:p>
            <a:r>
              <a:rPr lang="zh-CN" altLang="en-US"/>
              <a:t>1. 精确的冲突地址（导致测不准--相当于要冲突</a:t>
            </a:r>
            <a:r>
              <a:rPr lang="en-US" altLang="zh-CN"/>
              <a:t>a </a:t>
            </a:r>
            <a:r>
              <a:rPr lang="zh-CN" altLang="en-US"/>
              <a:t>但是你冲突</a:t>
            </a:r>
            <a:r>
              <a:rPr lang="en-US" altLang="zh-CN"/>
              <a:t>b </a:t>
            </a:r>
            <a:r>
              <a:rPr lang="zh-CN" altLang="en-US"/>
              <a:t>去测</a:t>
            </a:r>
            <a:r>
              <a:rPr lang="en-US" altLang="zh-CN"/>
              <a:t>a </a:t>
            </a:r>
            <a:r>
              <a:rPr lang="zh-CN" altLang="en-US"/>
              <a:t>会不准）</a:t>
            </a:r>
            <a:endParaRPr lang="zh-CN" altLang="en-US"/>
          </a:p>
          <a:p>
            <a:r>
              <a:rPr lang="zh-CN" altLang="en-US"/>
              <a:t>2. 测量方式精度不够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思考是否走不同 重新寻找论文 发现</a:t>
            </a:r>
            <a:r>
              <a:rPr lang="en-US" altLang="zh-CN"/>
              <a:t>riscy cache（cispa Germany）--</a:t>
            </a:r>
            <a:r>
              <a:rPr lang="zh-CN" altLang="en-US"/>
              <a:t>发送邮件询问对方是否考虑过我们的思路</a:t>
            </a:r>
            <a:r>
              <a:rPr lang="en-US" altLang="zh-CN"/>
              <a:t>--</a:t>
            </a:r>
            <a:r>
              <a:rPr lang="zh-CN" altLang="en-US">
                <a:sym typeface="+mn-ea"/>
              </a:rPr>
              <a:t>跑程序 </a:t>
            </a:r>
            <a:r>
              <a:rPr lang="zh-CN" altLang="en-US"/>
              <a:t>发现思路可以使用（理解他们的思路）--重新测试</a:t>
            </a:r>
            <a:r>
              <a:rPr lang="en-US" altLang="zh-CN"/>
              <a:t>RAS underflow</a:t>
            </a:r>
            <a:r>
              <a:rPr lang="zh-CN" altLang="en-US">
                <a:ea typeface="SimSun" charset="0"/>
              </a:rPr>
              <a:t>（可以验证失效后的地址</a:t>
            </a:r>
            <a:r>
              <a:rPr lang="en-US" altLang="zh-CN">
                <a:ea typeface="SimSun" charset="0"/>
              </a:rPr>
              <a:t>fetch</a:t>
            </a:r>
            <a:r>
              <a:rPr lang="zh-CN" altLang="en-US">
                <a:ea typeface="SimSun" charset="0"/>
              </a:rPr>
              <a:t>）</a:t>
            </a:r>
            <a:endParaRPr lang="zh-CN" altLang="en-US">
              <a:ea typeface="SimSun" charset="0"/>
            </a:endParaRPr>
          </a:p>
        </p:txBody>
      </p:sp>
      <p:pic>
        <p:nvPicPr>
          <p:cNvPr id="11" name="图片 10" descr="Screenshot from 2026-04-02 18-53-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60" y="3333750"/>
            <a:ext cx="8790305" cy="31667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RAS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验证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65" y="757555"/>
            <a:ext cx="5300345" cy="28555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65" y="3613150"/>
            <a:ext cx="5970270" cy="28486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616575" y="930910"/>
            <a:ext cx="6351905" cy="810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仅有时间差异不代表可以利用 需要的是失效后预测的位置是我们可以控制的（预测执行不会触发</a:t>
            </a:r>
            <a:r>
              <a:rPr lang="en-US" altLang="zh-CN"/>
              <a:t>fault）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583045" y="3666490"/>
            <a:ext cx="5168265" cy="2690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单纯使用</a:t>
            </a:r>
            <a:r>
              <a:rPr lang="en-US" altLang="zh-CN"/>
              <a:t>rdcycle/perf</a:t>
            </a:r>
            <a:r>
              <a:rPr lang="zh-CN" altLang="en-US">
                <a:ea typeface="SimSun" charset="0"/>
              </a:rPr>
              <a:t>无法证明</a:t>
            </a:r>
            <a:r>
              <a:rPr lang="en-US" altLang="zh-CN">
                <a:ea typeface="SimSun" charset="0"/>
              </a:rPr>
              <a:t>fetch default_vpc</a:t>
            </a:r>
            <a:endParaRPr lang="en-US" altLang="zh-CN">
              <a:ea typeface="SimSun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RISCY-cache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66420" y="865505"/>
            <a:ext cx="10705465" cy="1301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" y="865505"/>
            <a:ext cx="8337550" cy="56800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775" y="1130935"/>
            <a:ext cx="4948555" cy="1749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533765" y="3321685"/>
            <a:ext cx="3356610" cy="296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underflow：</a:t>
            </a:r>
            <a:r>
              <a:rPr lang="zh-CN" altLang="en-US"/>
              <a:t>当没有</a:t>
            </a:r>
            <a:r>
              <a:rPr lang="en-US" altLang="zh-CN"/>
              <a:t>call/call</a:t>
            </a:r>
            <a:r>
              <a:rPr lang="zh-CN" altLang="en-US"/>
              <a:t>次数大于12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返回时对应的</a:t>
            </a:r>
            <a:r>
              <a:rPr lang="en-US" altLang="zh-CN"/>
              <a:t>RAS</a:t>
            </a:r>
            <a:r>
              <a:rPr lang="zh-CN" altLang="en-US"/>
              <a:t>中没有存储对应的地址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触发</a:t>
            </a:r>
            <a:r>
              <a:rPr lang="en-US" altLang="zh-CN"/>
              <a:t>underflow </a:t>
            </a:r>
            <a:r>
              <a:rPr lang="zh-CN" altLang="en-US"/>
              <a:t>去</a:t>
            </a:r>
            <a:r>
              <a:rPr lang="en-US" altLang="zh-CN"/>
              <a:t>default_vpc</a:t>
            </a:r>
            <a:r>
              <a:rPr lang="zh-CN" altLang="en-US"/>
              <a:t>取指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实验设计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&amp;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结果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r="2831" b="31307"/>
          <a:stretch>
            <a:fillRect/>
          </a:stretch>
        </p:blipFill>
        <p:spPr>
          <a:xfrm>
            <a:off x="546100" y="820420"/>
            <a:ext cx="4885690" cy="20256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00" y="2910840"/>
            <a:ext cx="4963795" cy="38423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045" y="1470660"/>
            <a:ext cx="6247130" cy="460248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实验设计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66420" y="865505"/>
            <a:ext cx="10705465" cy="1301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5" y="1001395"/>
            <a:ext cx="11723370" cy="5219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SLIDE_BACKGROUND_TYPE" val="general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SLIDE_BACKGROUND_TYPE" val="general"/>
</p:tagLst>
</file>

<file path=ppt/tags/tag10.xml><?xml version="1.0" encoding="utf-8"?>
<p:tagLst xmlns:p="http://schemas.openxmlformats.org/presentationml/2006/main">
  <p:tag name="KSO_WM_SLIDE_BACKGROUND_TYPE" val="general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SLIDE_BACKGROUND_TYPE" val="general"/>
</p:tagLst>
</file>

<file path=ppt/tags/tag13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WPS 演示</Application>
  <PresentationFormat>宽屏</PresentationFormat>
  <Paragraphs>48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7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Impact</vt:lpstr>
      <vt:lpstr>Ubuntu Condensed</vt:lpstr>
      <vt:lpstr>Times New Roman</vt:lpstr>
      <vt:lpstr>等线 Light</vt:lpstr>
      <vt:lpstr>Gubbi</vt:lpstr>
      <vt:lpstr>等线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5715</cp:revision>
  <dcterms:created xsi:type="dcterms:W3CDTF">2026-04-02T17:46:12Z</dcterms:created>
  <dcterms:modified xsi:type="dcterms:W3CDTF">2026-04-02T17:46:12Z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A4DFC26897667F3FB0A4CE691B0FE483_42</vt:lpwstr>
  </property>
  <property fmtid="{D5CDD505-2E9C-101B-9397-08002B2CF9AE}" pid="3" name="KSOProductBuildVer">
    <vt:lpwstr>2052-12.1.2.25838</vt:lpwstr>
  </property>
</Properties>
</file>