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2026-03-14 UAV 精简汇报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/ 机器狗结果总览（3 页版）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仅展示结果，不展开背景。本周 4 个场景全部成功完成语义纠偏与重规划；UAV 部分最多 3 页。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35024"/>
            <a:ext cx="18653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1591056"/>
            <a:ext cx="18653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场景成功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11430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335024"/>
            <a:ext cx="18653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62072" y="1591056"/>
            <a:ext cx="18653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平均触发次数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11430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335024"/>
            <a:ext cx="18653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+2.84m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48072" y="1591056"/>
            <a:ext cx="18653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平均路径差值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0920" y="11430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1335024"/>
            <a:ext cx="18653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+15.99m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4072" y="1591056"/>
            <a:ext cx="18653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最大代价上升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114300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335024"/>
            <a:ext cx="186537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-5.08m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20072" y="1591056"/>
            <a:ext cx="18653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最大收益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7406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188720"/>
                <a:gridCol w="1188720"/>
                <a:gridCol w="1097280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初始估计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最终决策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实际执行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87.93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+1.03m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141.60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157.42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157.59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+15.99m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106.06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105.42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105.48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-0.58m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112.89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107.66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-5.08m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138160" y="2148840"/>
            <a:ext cx="35478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66760" y="2331720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汇报抓手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36676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 B：隐藏危险区会显著抬高路径代价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 D：语义修正还能发现更短路线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因此本周 UAV 可围绕“纠偏必要性 + 发现捷径能力”来讲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6419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结果页 1 / 3：总览。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2026-03-14 UAV 精简汇报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9436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A / 场景 B 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553212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09728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A：沼泽绕行与矮墙捷径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初始将沼泽误判为普通地面，并将矮墙视作不可通过；机器狗先纠正沼泽语义，再发现可钻行矮墙捷径。</a:t>
            </a:r>
            <a:endParaRPr lang="en-US" sz="1000" dirty="0"/>
          </a:p>
        </p:txBody>
      </p:sp>
      <p:pic>
        <p:nvPicPr>
          <p:cNvPr id="7" name="Image 0" descr="/home/undefined/meeting/2026/03-14/uav_robotdog/scenario_a_simple/scenario_a_simple_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6" y="1874520"/>
            <a:ext cx="2302451" cy="1828800"/>
          </a:xfrm>
          <a:prstGeom prst="rect">
            <a:avLst/>
          </a:prstGeom>
        </p:spPr>
      </p:pic>
      <p:pic>
        <p:nvPicPr>
          <p:cNvPr id="8" name="Image 1" descr="/home/undefined/meeting/2026/03-14/uav_robotdog/scenario_a_simple/scenario_a_simple_metr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396208"/>
            <a:ext cx="1920240" cy="7854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886200"/>
            <a:ext cx="5074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触发对象：沼泽、可钻行矮墙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关键数字：2 次；87.04m → 88.07m（+1.03m）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结论：纠偏后实际路径与最终决策估计基本一致，系统收敛稳定。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44768" y="932688"/>
            <a:ext cx="553212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09360" y="109728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B：死胡同迷宫与隐藏流沙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09360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迷宫路径首先把 UAV 引向隐藏流沙走廊；纠偏后，机器狗改走替代路线，并在后续识别到可钻行矮墙。</a:t>
            </a:r>
            <a:endParaRPr lang="en-US" sz="1000" dirty="0"/>
          </a:p>
        </p:txBody>
      </p:sp>
      <p:pic>
        <p:nvPicPr>
          <p:cNvPr id="13" name="Image 2" descr="/home/undefined/meeting/2026/03-14/uav_robotdog/scenario_b_maze/scenario_b_maze_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163" y="1874520"/>
            <a:ext cx="2003075" cy="1828800"/>
          </a:xfrm>
          <a:prstGeom prst="rect">
            <a:avLst/>
          </a:prstGeom>
        </p:spPr>
      </p:pic>
      <p:pic>
        <p:nvPicPr>
          <p:cNvPr id="14" name="Image 3" descr="/home/undefined/meeting/2026/03-14/uav_robotdog/scenario_b_maze/scenario_b_maze_metr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396208"/>
            <a:ext cx="1920240" cy="7854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7648" y="3886200"/>
            <a:ext cx="5074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触发对象：流沙、可钻行矮墙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关键数字：2 次；141.60m → 157.59m（+15.99m）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结论：隐藏危险区导致路径显著变长，事件触发式纠偏是必要的。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11480" y="6419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结果页 2 / 3：分场景结果。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2026-03-14 UAV 精简汇报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9436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C / 场景 D 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553212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09728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C：城市混合地形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城市障碍、水面和可钻行矮墙共同构成多次事件触发场景，用于验证连续语义纠偏与重规划。</a:t>
            </a:r>
            <a:endParaRPr lang="en-US" sz="1000" dirty="0"/>
          </a:p>
        </p:txBody>
      </p:sp>
      <p:pic>
        <p:nvPicPr>
          <p:cNvPr id="7" name="Image 0" descr="/home/undefined/meeting/2026/03-14/uav_robotdog/scenario_c_complex/scenario_c_complex_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845" y="1874520"/>
            <a:ext cx="2220014" cy="1828800"/>
          </a:xfrm>
          <a:prstGeom prst="rect">
            <a:avLst/>
          </a:prstGeom>
        </p:spPr>
      </p:pic>
      <p:pic>
        <p:nvPicPr>
          <p:cNvPr id="8" name="Image 1" descr="/home/undefined/meeting/2026/03-14/uav_robotdog/scenario_c_complex/scenario_c_complex_metr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396208"/>
            <a:ext cx="1920240" cy="7854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886200"/>
            <a:ext cx="5074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触发对象：水面、可钻行矮墙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关键数字：2 次；106.06m → 105.48m（-0.58m）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结论：纠偏后实际路径与最终决策估计基本一致，系统收敛稳定。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44768" y="932688"/>
            <a:ext cx="553212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09360" y="109728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D：多重误判水池与死胡同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09360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该场景包含多个隐藏水池和死胡同墙体，只有一个末端墙体真实可翻越，用于检验复杂决策下的连续纠偏能力。</a:t>
            </a:r>
            <a:endParaRPr lang="en-US" sz="1000" dirty="0"/>
          </a:p>
        </p:txBody>
      </p:sp>
      <p:pic>
        <p:nvPicPr>
          <p:cNvPr id="13" name="Image 2" descr="/home/undefined/meeting/2026/03-14/uav_robotdog/scenario_d_decision_complexity/scenario_d_decision_complexity_fu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59" y="1874520"/>
            <a:ext cx="2300282" cy="1828800"/>
          </a:xfrm>
          <a:prstGeom prst="rect">
            <a:avLst/>
          </a:prstGeom>
        </p:spPr>
      </p:pic>
      <p:pic>
        <p:nvPicPr>
          <p:cNvPr id="14" name="Image 3" descr="/home/undefined/meeting/2026/03-14/uav_robotdog/scenario_d_decision_complexity/scenario_d_decision_complexity_metr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396208"/>
            <a:ext cx="1920240" cy="7854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7648" y="3886200"/>
            <a:ext cx="5074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触发对象：水面（pool_center_1）、水面（pool_lower_2）、可翻越墙体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关键数字：3 次；112.89m → 107.81m（-5.08m）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结论：语义修正不仅纠错，还发现了比初始估计更短的可行路线。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11480" y="6419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结果页 3 / 3：分场景结果。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03-14 UAV compact report</dc:title>
  <dc:subject>UAV compact weekly report</dc:subject>
  <dc:creator>OpenAI Codex</dc:creator>
  <cp:lastModifiedBy>OpenAI Codex</cp:lastModifiedBy>
  <cp:revision>1</cp:revision>
  <dcterms:created xsi:type="dcterms:W3CDTF">2026-03-08T10:27:15Z</dcterms:created>
  <dcterms:modified xsi:type="dcterms:W3CDTF">2026-03-08T10:27:15Z</dcterms:modified>
</cp:coreProperties>
</file>