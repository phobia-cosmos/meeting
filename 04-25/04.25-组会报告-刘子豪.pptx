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6504" r:id="rId3"/>
    <p:sldId id="6513" r:id="rId4"/>
    <p:sldId id="6523" r:id="rId6"/>
    <p:sldId id="6514" r:id="rId7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u Tianhang" initials="LT" lastIdx="3" clrIdx="0"/>
  <p:cmAuthor id="1" name="徐 飞" initials="徐" lastIdx="2" clrIdx="0"/>
  <p:cmAuthor id="2" name="作者" initials="A" lastIdx="0" clrIdx="1"/>
  <p:cmAuthor id="3" name="Administrator" initials="A" lastIdx="1" clrIdx="2"/>
  <p:cmAuthor id="4" name="lingyan" initials="l" lastIdx="1" clrIdx="3"/>
  <p:cmAuthor id="5" name="Lenovo" initials="L" lastIdx="1" clrIdx="4"/>
  <p:cmAuthor id="6" name="Daniel L" initials="DL" lastIdx="1" clrIdx="5"/>
  <p:cmAuthor id="8" name="翔 龙" initials="翔龙" lastIdx="0" clrIdx="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  <a:srgbClr val="0A41FF"/>
    <a:srgbClr val="AED38C"/>
    <a:srgbClr val="A9D18E"/>
    <a:srgbClr val="E2EFD8"/>
    <a:srgbClr val="DAE3F2"/>
    <a:srgbClr val="7B98CB"/>
    <a:srgbClr val="8FAADC"/>
    <a:srgbClr val="E46C0A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0944" autoAdjust="0"/>
  </p:normalViewPr>
  <p:slideViewPr>
    <p:cSldViewPr snapToGrid="0">
      <p:cViewPr varScale="1">
        <p:scale>
          <a:sx n="146" d="100"/>
          <a:sy n="146" d="100"/>
        </p:scale>
        <p:origin x="630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998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7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0E278-0997-471C-A626-33B24ADD18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DE018-9361-4A7D-BF1C-A65E4257A2C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-8467" y="829629"/>
            <a:ext cx="12208934" cy="92075"/>
          </a:xfrm>
          <a:prstGeom prst="rect">
            <a:avLst/>
          </a:prstGeom>
          <a:solidFill>
            <a:srgbClr val="4F81B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2" Type="http://schemas.openxmlformats.org/officeDocument/2006/relationships/notesSlide" Target="../notesSlides/notesSlide1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5.xml"/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6.xml"/><Relationship Id="rId2" Type="http://schemas.openxmlformats.org/officeDocument/2006/relationships/image" Target="../media/image13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13608"/>
            <a:ext cx="12192000" cy="24307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8695" y="1624769"/>
            <a:ext cx="11174610" cy="2387600"/>
          </a:xfrm>
        </p:spPr>
        <p:txBody>
          <a:bodyPr/>
          <a:lstStyle/>
          <a:p>
            <a:r>
              <a:rPr lang="zh-CN" altLang="en-US" b="1" dirty="0">
                <a:gradFill>
                  <a:gsLst>
                    <a:gs pos="0">
                      <a:schemeClr val="bg1"/>
                    </a:gs>
                    <a:gs pos="5400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>
                  <a:glow rad="127000">
                    <a:srgbClr val="0070C0"/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组会报告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02" y="6154295"/>
            <a:ext cx="2222614" cy="53342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955005" y="5713006"/>
            <a:ext cx="609719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汇报人：刘子豪</a:t>
            </a:r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—2026年04月25日—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7455" y="136994"/>
            <a:ext cx="1734545" cy="100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工作进展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378619" y="930275"/>
            <a:ext cx="5257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marL="342900" indent="-342900">
              <a:buAutoNum type="arabicPeriod"/>
            </a:pPr>
            <a:endParaRPr lang="zh-CN" altLang="en-US"/>
          </a:p>
        </p:txBody>
      </p:sp>
      <p:sp>
        <p:nvSpPr>
          <p:cNvPr id="2" name="文本框 1"/>
          <p:cNvSpPr txBox="1"/>
          <p:nvPr userDrawn="1"/>
        </p:nvSpPr>
        <p:spPr>
          <a:xfrm>
            <a:off x="8366760" y="1153795"/>
            <a:ext cx="2962910" cy="374015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>
                <a:ea typeface="SimSun" charset="0"/>
              </a:rPr>
              <a:t>延长窗口</a:t>
            </a:r>
            <a:endParaRPr lang="zh-CN" altLang="en-US">
              <a:ea typeface="SimSun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610" y="865505"/>
            <a:ext cx="2799715" cy="11652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1896110"/>
            <a:ext cx="3522980" cy="334899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610" y="3427095"/>
            <a:ext cx="2950210" cy="16344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610" y="2082800"/>
            <a:ext cx="3098800" cy="129222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5610" y="5113655"/>
            <a:ext cx="2731770" cy="157861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99840" y="3692525"/>
            <a:ext cx="4374515" cy="110363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94125" y="2272030"/>
            <a:ext cx="4491990" cy="113284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3794125" y="15278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实验结果</a:t>
            </a:r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3856355" y="5442585"/>
            <a:ext cx="8034020" cy="714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用户态</a:t>
            </a:r>
            <a:r>
              <a:rPr lang="en-US" altLang="zh-CN"/>
              <a:t>IBP</a:t>
            </a:r>
            <a:r>
              <a:rPr lang="zh-CN" altLang="en-US">
                <a:ea typeface="SimSun" charset="0"/>
              </a:rPr>
              <a:t>可以实现控制并且可以瞬态执行</a:t>
            </a:r>
            <a:r>
              <a:rPr lang="en-US" altLang="zh-CN">
                <a:ea typeface="SimSun" charset="0"/>
              </a:rPr>
              <a:t> speculative load</a:t>
            </a:r>
            <a:r>
              <a:rPr lang="zh-CN" altLang="en-US">
                <a:ea typeface="SimSun" charset="0"/>
              </a:rPr>
              <a:t>数量大概为</a:t>
            </a:r>
            <a:r>
              <a:rPr lang="en-US" altLang="zh-CN">
                <a:ea typeface="SimSun" charset="0"/>
              </a:rPr>
              <a:t>32</a:t>
            </a:r>
            <a:r>
              <a:rPr lang="zh-CN" altLang="en-US">
                <a:ea typeface="SimSun" charset="0"/>
              </a:rPr>
              <a:t>，下一步尝试跨特权级做</a:t>
            </a:r>
            <a:r>
              <a:rPr lang="en-US" altLang="zh-CN">
                <a:ea typeface="SimSun" charset="0"/>
              </a:rPr>
              <a:t>index</a:t>
            </a:r>
            <a:endParaRPr lang="en-US" altLang="zh-CN">
              <a:ea typeface="SimSun" charset="0"/>
            </a:endParaRPr>
          </a:p>
        </p:txBody>
      </p:sp>
    </p:spTree>
    <p:custDataLst>
      <p:tags r:id="rId10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工作进展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378619" y="930275"/>
            <a:ext cx="5257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marL="342900" indent="-342900">
              <a:buAutoNum type="arabicPeriod"/>
            </a:pPr>
            <a:endParaRPr lang="zh-CN" altLang="en-US"/>
          </a:p>
        </p:txBody>
      </p:sp>
      <p:sp>
        <p:nvSpPr>
          <p:cNvPr id="2" name="文本框 1"/>
          <p:cNvSpPr txBox="1"/>
          <p:nvPr userDrawn="1"/>
        </p:nvSpPr>
        <p:spPr>
          <a:xfrm>
            <a:off x="378650" y="757607"/>
            <a:ext cx="11659923" cy="645160"/>
          </a:xfrm>
          <a:prstGeom prst="rect">
            <a:avLst/>
          </a:prstGeom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5" name="图片 4" descr="My First NEW Mind Ma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" y="1778000"/>
            <a:ext cx="11828780" cy="359537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3917950"/>
            <a:ext cx="12193270" cy="2940050"/>
          </a:xfrm>
          <a:prstGeom prst="rect">
            <a:avLst/>
          </a:prstGeom>
        </p:spPr>
      </p:pic>
      <p:sp>
        <p:nvSpPr>
          <p:cNvPr id="10" name="Shape 45"/>
          <p:cNvSpPr/>
          <p:nvPr/>
        </p:nvSpPr>
        <p:spPr>
          <a:xfrm>
            <a:off x="-635" y="4758343"/>
            <a:ext cx="12192000" cy="1049005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square" lIns="34290" tIns="34290" rIns="34290" bIns="3429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cap="none" spc="0">
                <a:solidFill>
                  <a:srgbClr val="000000"/>
                </a:solidFill>
              </a:defRPr>
            </a:pPr>
            <a:r>
              <a:rPr kumimoji="0" lang="en-US" altLang="zh-CN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Thanks</a:t>
            </a:r>
            <a:r>
              <a:rPr kumimoji="0" lang="zh-CN" altLang="en-US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！</a:t>
            </a:r>
            <a:endParaRPr kumimoji="0" lang="zh-CN" altLang="en-US" sz="5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Impact" panose="020B0806030902050204"/>
            </a:endParaRPr>
          </a:p>
        </p:txBody>
      </p:sp>
      <p:sp>
        <p:nvSpPr>
          <p:cNvPr id="5" name="标题 1"/>
          <p:cNvSpPr txBox="1">
            <a:spLocks noChangeArrowheads="1"/>
          </p:cNvSpPr>
          <p:nvPr/>
        </p:nvSpPr>
        <p:spPr bwMode="auto">
          <a:xfrm>
            <a:off x="302463" y="149947"/>
            <a:ext cx="3449964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0053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工作计划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8716" y="1205626"/>
            <a:ext cx="9381259" cy="5441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l">
              <a:lnSpc>
                <a:spcPct val="150000"/>
              </a:lnSpc>
              <a:buAutoNum type="arabicPeriod"/>
            </a:pP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根据老师建议调整方向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;</a:t>
            </a: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  <a:p>
            <a:pPr marL="342900" indent="-342900" algn="l">
              <a:lnSpc>
                <a:spcPct val="150000"/>
              </a:lnSpc>
              <a:buAutoNum type="arabicPeriod"/>
            </a:pP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根据顶会论文源码进行分析，提取可以利用的点并尝试迁移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;</a:t>
            </a: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  <a:p>
            <a:pPr marL="342900" indent="-342900" algn="l">
              <a:lnSpc>
                <a:spcPct val="150000"/>
              </a:lnSpc>
              <a:buAutoNum type="arabicPeriod"/>
            </a:pP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Google Project0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寻找前沿的可以利用的攻击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。</a:t>
            </a:r>
            <a:endParaRPr lang="zh-CN" altLang="en-US" sz="16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SLIDE_BACKGROUND_TYPE" val="general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SLIDE_BACKGROUND_TYPE" val="general"/>
</p:tagLst>
</file>

<file path=ppt/tags/tag6.xml><?xml version="1.0" encoding="utf-8"?>
<p:tagLst xmlns:p="http://schemas.openxmlformats.org/presentationml/2006/main">
  <p:tag name="KSO_WM_SLIDE_BACKGROUND_TYPE" val="general"/>
</p:tagLst>
</file>

<file path=ppt/tags/tag7.xml><?xml version="1.0" encoding="utf-8"?>
<p:tagLst xmlns:p="http://schemas.openxmlformats.org/presentationml/2006/main">
  <p:tag name="RESOURCE_RECORD_KEY" val="{&quot;65&quot;:[20229149],&quot;70&quot;:[3319068,3312407]}"/>
  <p:tag name="COMMONDATA" val="eyJoZGlkIjoiMWE2MmRiMDAwMTc4ZmUxYjI2MjMwNzljODhkYTA0MzA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</Words>
  <Application>WPS 演示</Application>
  <PresentationFormat>宽屏</PresentationFormat>
  <Paragraphs>28</Paragraphs>
  <Slides>4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6" baseType="lpstr">
      <vt:lpstr>Arial</vt:lpstr>
      <vt:lpstr>SimSun</vt:lpstr>
      <vt:lpstr>Wingdings</vt:lpstr>
      <vt:lpstr>DejaVu Sans</vt:lpstr>
      <vt:lpstr>Microsoft YaHei</vt:lpstr>
      <vt:lpstr>Droid Sans Fallback</vt:lpstr>
      <vt:lpstr>Calibri</vt:lpstr>
      <vt:lpstr>Arial</vt:lpstr>
      <vt:lpstr>Calibri</vt:lpstr>
      <vt:lpstr>SimSun</vt:lpstr>
      <vt:lpstr>Impact</vt:lpstr>
      <vt:lpstr>Ubuntu Condensed</vt:lpstr>
      <vt:lpstr>Times New Roman</vt:lpstr>
      <vt:lpstr>等线 Light</vt:lpstr>
      <vt:lpstr>Gubbi</vt:lpstr>
      <vt:lpstr>等线</vt:lpstr>
      <vt:lpstr>Microsoft YaHei</vt:lpstr>
      <vt:lpstr>Arial Unicode MS</vt:lpstr>
      <vt:lpstr>SimSun</vt:lpstr>
      <vt:lpstr>Noto Serif CJK SC</vt:lpstr>
      <vt:lpstr>OpenSymbol</vt:lpstr>
      <vt:lpstr>Office 主题​​</vt:lpstr>
      <vt:lpstr>组会报告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微电子研究院科研工作汇报</dc:title>
  <dc:creator>Bruce Andy</dc:creator>
  <cp:lastModifiedBy>刘子豪</cp:lastModifiedBy>
  <cp:revision>5750</cp:revision>
  <dcterms:created xsi:type="dcterms:W3CDTF">2026-04-24T15:54:14Z</dcterms:created>
  <dcterms:modified xsi:type="dcterms:W3CDTF">2026-04-24T15:54:14Z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4D11039BF25080A79C19EA69B2BF8864_43</vt:lpwstr>
  </property>
  <property fmtid="{D5CDD505-2E9C-101B-9397-08002B2CF9AE}" pid="3" name="KSOProductBuildVer">
    <vt:lpwstr>2052-12.1.2.25838</vt:lpwstr>
  </property>
</Properties>
</file>