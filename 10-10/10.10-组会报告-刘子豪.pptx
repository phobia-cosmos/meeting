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ommentAuthors.xml" ContentType="application/vnd.openxmlformats-officedocument.presentationml.commentAuthor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5"/>
  </p:notesMasterIdLst>
  <p:sldIdLst>
    <p:sldId id="6504" r:id="rId3"/>
    <p:sldId id="6523" r:id="rId4"/>
    <p:sldId id="6525" r:id="rId6"/>
    <p:sldId id="6514" r:id="rId7"/>
  </p:sldIdLst>
  <p:sldSz cx="12192000" cy="6858000"/>
  <p:notesSz cx="6858000" cy="9144000"/>
  <p:custDataLst>
    <p:tags r:id="rId12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0" name="Liu Tianhang" initials="LT" lastIdx="3" clrIdx="0"/>
  <p:cmAuthor id="1" name="徐 飞" initials="徐" lastIdx="2" clrIdx="0"/>
  <p:cmAuthor id="2" name="作者" initials="A" lastIdx="0" clrIdx="1"/>
  <p:cmAuthor id="3" name="Administrator" initials="A" lastIdx="1" clrIdx="2"/>
  <p:cmAuthor id="4" name="lingyan" initials="l" lastIdx="1" clrIdx="3"/>
  <p:cmAuthor id="5" name="Lenovo" initials="L" lastIdx="1" clrIdx="4"/>
  <p:cmAuthor id="6" name="Daniel L" initials="DL" lastIdx="1" clrIdx="5"/>
  <p:cmAuthor id="8" name="翔 龙" initials="翔龙" lastIdx="0" clrIdx="7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4F81BD"/>
    <a:srgbClr val="0A41FF"/>
    <a:srgbClr val="AED38C"/>
    <a:srgbClr val="A9D18E"/>
    <a:srgbClr val="E2EFD8"/>
    <a:srgbClr val="DAE3F2"/>
    <a:srgbClr val="7B98CB"/>
    <a:srgbClr val="8FAADC"/>
    <a:srgbClr val="E46C0A"/>
    <a:srgbClr val="1F497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8011" autoAdjust="0"/>
    <p:restoredTop sz="90944" autoAdjust="0"/>
  </p:normalViewPr>
  <p:slideViewPr>
    <p:cSldViewPr snapToGrid="0">
      <p:cViewPr varScale="1">
        <p:scale>
          <a:sx n="146" d="100"/>
          <a:sy n="146" d="100"/>
        </p:scale>
        <p:origin x="630" y="126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3" d="2"/>
        <a:sy n="3" d="2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>
      <p:cViewPr varScale="1">
        <p:scale>
          <a:sx n="122" d="100"/>
          <a:sy n="122" d="100"/>
        </p:scale>
        <p:origin x="4998" y="114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viewProps" Target="viewProps.xml"/><Relationship Id="rId8" Type="http://schemas.openxmlformats.org/officeDocument/2006/relationships/presProps" Target="presProps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2" Type="http://schemas.openxmlformats.org/officeDocument/2006/relationships/tags" Target="tags/tag7.xml"/><Relationship Id="rId11" Type="http://schemas.openxmlformats.org/officeDocument/2006/relationships/commentAuthors" Target="commentAuthors.xml"/><Relationship Id="rId10" Type="http://schemas.openxmlformats.org/officeDocument/2006/relationships/tableStyles" Target="tableStyles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4D0E278-0997-471C-A626-33B24ADD1805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2FDE018-9361-4A7D-BF1C-A65E4257A2C8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lang="zh-CN" altLang="en-US" dirty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lang="zh-CN" altLang="en-US" dirty="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lang="en-US" altLang="zh-CN" dirty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tags" Target="../tags/tag1.xm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E02E10-5295-4B60-8D9B-82AC9DBDB524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9326DE-B771-4392-A08B-AE076E87AAB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E02E10-5295-4B60-8D9B-82AC9DBDB524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9326DE-B771-4392-A08B-AE076E87AAB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E02E10-5295-4B60-8D9B-82AC9DBDB524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9326DE-B771-4392-A08B-AE076E87AAB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E02E10-5295-4B60-8D9B-82AC9DBDB524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9326DE-B771-4392-A08B-AE076E87AAB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E02E10-5295-4B60-8D9B-82AC9DBDB524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9326DE-B771-4392-A08B-AE076E87AAB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E02E10-5295-4B60-8D9B-82AC9DBDB524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9326DE-B771-4392-A08B-AE076E87AAB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E02E10-5295-4B60-8D9B-82AC9DBDB524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9326DE-B771-4392-A08B-AE076E87AAB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E02E10-5295-4B60-8D9B-82AC9DBDB524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9326DE-B771-4392-A08B-AE076E87AAB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E02E10-5295-4B60-8D9B-82AC9DBDB524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9326DE-B771-4392-A08B-AE076E87AAB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E02E10-5295-4B60-8D9B-82AC9DBDB524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9326DE-B771-4392-A08B-AE076E87AAB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E02E10-5295-4B60-8D9B-82AC9DBDB524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9326DE-B771-4392-A08B-AE076E87AAB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/>
          <p:cNvSpPr/>
          <p:nvPr userDrawn="1">
            <p:custDataLst>
              <p:tags r:id="rId2"/>
            </p:custDataLst>
          </p:nvPr>
        </p:nvSpPr>
        <p:spPr>
          <a:xfrm>
            <a:off x="-8467" y="829629"/>
            <a:ext cx="12208934" cy="92075"/>
          </a:xfrm>
          <a:prstGeom prst="rect">
            <a:avLst/>
          </a:prstGeom>
          <a:solidFill>
            <a:srgbClr val="4F81BD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80604020202020204" pitchFamily="34" charset="0"/>
              <a:buNone/>
              <a:defRPr/>
            </a:pPr>
            <a:endParaRPr kumimoji="0" lang="zh-CN" altLang="en-US" sz="1800" b="0" i="0" u="none" strike="noStrike" kern="1200" cap="none" spc="0" normalizeH="0" baseline="0" noProof="1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3" Type="http://schemas.openxmlformats.org/officeDocument/2006/relationships/theme" Target="../theme/theme1.xml"/><Relationship Id="rId12" Type="http://schemas.openxmlformats.org/officeDocument/2006/relationships/slideLayout" Target="../slideLayouts/slideLayout12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pattFill prst="wdUpDiag">
          <a:fgClr>
            <a:schemeClr val="bg1">
              <a:lumMod val="95000"/>
            </a:schemeClr>
          </a:fgClr>
          <a:bgClr>
            <a:schemeClr val="bg1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7E02E10-5295-4B60-8D9B-82AC9DBDB524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9326DE-B771-4392-A08B-AE076E87AAB9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8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8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8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8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8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8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8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8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8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1.xml"/><Relationship Id="rId4" Type="http://schemas.openxmlformats.org/officeDocument/2006/relationships/slideLayout" Target="../slideLayouts/slideLayout7.xml"/><Relationship Id="rId3" Type="http://schemas.openxmlformats.org/officeDocument/2006/relationships/tags" Target="../tags/tag3.xml"/><Relationship Id="rId2" Type="http://schemas.openxmlformats.org/officeDocument/2006/relationships/image" Target="../media/image4.png"/><Relationship Id="rId1" Type="http://schemas.openxmlformats.org/officeDocument/2006/relationships/tags" Target="../tags/tag2.xml"/></Relationships>
</file>

<file path=ppt/slides/_rels/slide3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2.xml"/><Relationship Id="rId4" Type="http://schemas.openxmlformats.org/officeDocument/2006/relationships/slideLayout" Target="../slideLayouts/slideLayout7.xml"/><Relationship Id="rId3" Type="http://schemas.openxmlformats.org/officeDocument/2006/relationships/tags" Target="../tags/tag5.xml"/><Relationship Id="rId2" Type="http://schemas.openxmlformats.org/officeDocument/2006/relationships/image" Target="../media/image4.png"/><Relationship Id="rId1" Type="http://schemas.openxmlformats.org/officeDocument/2006/relationships/tags" Target="../tags/tag4.xml"/></Relationships>
</file>

<file path=ppt/slides/_rels/slide4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3.xml"/><Relationship Id="rId4" Type="http://schemas.openxmlformats.org/officeDocument/2006/relationships/slideLayout" Target="../slideLayouts/slideLayout7.xml"/><Relationship Id="rId3" Type="http://schemas.openxmlformats.org/officeDocument/2006/relationships/tags" Target="../tags/tag6.xml"/><Relationship Id="rId2" Type="http://schemas.openxmlformats.org/officeDocument/2006/relationships/image" Target="../media/image5.png"/><Relationship Id="rId1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2213608"/>
            <a:ext cx="12192000" cy="2430784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508695" y="1624769"/>
            <a:ext cx="11174610" cy="2387600"/>
          </a:xfrm>
        </p:spPr>
        <p:txBody>
          <a:bodyPr/>
          <a:lstStyle/>
          <a:p>
            <a:r>
              <a:rPr lang="zh-CN" altLang="en-US" b="1" dirty="0">
                <a:gradFill>
                  <a:gsLst>
                    <a:gs pos="0">
                      <a:schemeClr val="bg1"/>
                    </a:gs>
                    <a:gs pos="54000">
                      <a:schemeClr val="bg1">
                        <a:lumMod val="85000"/>
                      </a:schemeClr>
                    </a:gs>
                    <a:gs pos="100000">
                      <a:schemeClr val="bg1"/>
                    </a:gs>
                  </a:gsLst>
                  <a:lin ang="5400000" scaled="1"/>
                </a:gradFill>
                <a:effectLst>
                  <a:glow rad="127000">
                    <a:srgbClr val="0070C0"/>
                  </a:glow>
                  <a:outerShdw blurRad="50800" dist="38100" dir="5400000" algn="t" rotWithShape="0">
                    <a:prstClr val="black">
                      <a:alpha val="40000"/>
                    </a:prstClr>
                  </a:outerShdw>
                </a:effectLst>
                <a:latin typeface="Microsoft YaHei" panose="020B0503020204020204" pitchFamily="34" charset="-122"/>
                <a:ea typeface="Microsoft YaHei" panose="020B0503020204020204" pitchFamily="34" charset="-122"/>
                <a:sym typeface="+mn-ea"/>
              </a:rPr>
              <a:t>组会报告</a:t>
            </a:r>
            <a:endParaRPr lang="zh-CN" altLang="en-US" dirty="0"/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1002" y="6154295"/>
            <a:ext cx="2222614" cy="533427"/>
          </a:xfrm>
          <a:prstGeom prst="rect">
            <a:avLst/>
          </a:prstGeom>
        </p:spPr>
      </p:pic>
      <p:sp>
        <p:nvSpPr>
          <p:cNvPr id="10" name="文本框 9"/>
          <p:cNvSpPr txBox="1"/>
          <p:nvPr/>
        </p:nvSpPr>
        <p:spPr>
          <a:xfrm>
            <a:off x="2955005" y="5713006"/>
            <a:ext cx="6097190" cy="9220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b="1" dirty="0">
                <a:solidFill>
                  <a:srgbClr val="0070C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Microsoft YaHei" panose="020B0503020204020204" pitchFamily="34" charset="-122"/>
                <a:ea typeface="Microsoft YaHei" panose="020B0503020204020204" pitchFamily="34" charset="-122"/>
              </a:rPr>
              <a:t>汇报人：刘子豪</a:t>
            </a:r>
            <a:endParaRPr lang="en-US" altLang="zh-CN" b="1" dirty="0">
              <a:solidFill>
                <a:srgbClr val="0070C0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pPr algn="ctr"/>
            <a:endParaRPr lang="en-US" altLang="zh-CN" b="1" dirty="0">
              <a:solidFill>
                <a:srgbClr val="0070C0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pPr algn="ctr"/>
            <a:r>
              <a:rPr lang="en-US" altLang="zh-CN" b="1" dirty="0">
                <a:solidFill>
                  <a:srgbClr val="0070C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Microsoft YaHei" panose="020B0503020204020204" pitchFamily="34" charset="-122"/>
                <a:ea typeface="Microsoft YaHei" panose="020B0503020204020204" pitchFamily="34" charset="-122"/>
              </a:rPr>
              <a:t>—2026年10月10日—</a:t>
            </a:r>
            <a:r>
              <a:rPr lang="zh-CN" altLang="en-US" b="1" dirty="0">
                <a:solidFill>
                  <a:srgbClr val="0070C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Microsoft YaHei" panose="020B0503020204020204" pitchFamily="34" charset="-122"/>
                <a:ea typeface="Microsoft YaHei" panose="020B0503020204020204" pitchFamily="34" charset="-122"/>
              </a:rPr>
              <a:t/>
            </a:r>
            <a:r>
              <a:rPr lang="en-US" altLang="zh-CN" b="1" dirty="0">
                <a:solidFill>
                  <a:srgbClr val="0070C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Microsoft YaHei" panose="020B0503020204020204" pitchFamily="34" charset="-122"/>
                <a:ea typeface="Microsoft YaHei" panose="020B0503020204020204" pitchFamily="34" charset="-122"/>
              </a:rPr>
              <a:t/>
            </a:r>
            <a:r>
              <a:rPr lang="zh-CN" altLang="en-US" b="1" dirty="0">
                <a:solidFill>
                  <a:srgbClr val="0070C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Microsoft YaHei" panose="020B0503020204020204" pitchFamily="34" charset="-122"/>
                <a:ea typeface="Microsoft YaHei" panose="020B0503020204020204" pitchFamily="34" charset="-122"/>
              </a:rPr>
              <a:t/>
            </a:r>
            <a:r>
              <a:rPr lang="en-US" altLang="zh-CN" b="1" dirty="0">
                <a:solidFill>
                  <a:srgbClr val="0070C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Microsoft YaHei" panose="020B0503020204020204" pitchFamily="34" charset="-122"/>
                <a:ea typeface="Microsoft YaHei" panose="020B0503020204020204" pitchFamily="34" charset="-122"/>
              </a:rPr>
              <a:t/>
            </a:r>
            <a:endParaRPr lang="zh-CN" altLang="en-US" dirty="0"/>
          </a:p>
        </p:txBody>
      </p:sp>
      <p:pic>
        <p:nvPicPr>
          <p:cNvPr id="8" name="图片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57455" y="136994"/>
            <a:ext cx="1734545" cy="100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标题 1"/>
          <p:cNvSpPr txBox="1">
            <a:spLocks noChangeArrowheads="1"/>
          </p:cNvSpPr>
          <p:nvPr/>
        </p:nvSpPr>
        <p:spPr bwMode="auto">
          <a:xfrm>
            <a:off x="205105" y="126003"/>
            <a:ext cx="8739868" cy="739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8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8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8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8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8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8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8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8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8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endParaRPr lang="en-US" altLang="zh-CN" sz="3200" b="1" noProof="0" dirty="0">
              <a:ln>
                <a:noFill/>
              </a:ln>
              <a:solidFill>
                <a:srgbClr val="005390"/>
              </a:solidFill>
              <a:effectLst/>
              <a:uLnTx/>
              <a:uFillTx/>
              <a:latin typeface="Microsoft YaHei" panose="020B0503020204020204" pitchFamily="34" charset="-122"/>
              <a:ea typeface="Microsoft YaHei" panose="020B0503020204020204" pitchFamily="34" charset="-122"/>
              <a:cs typeface="Arial" panose="020B0604020202020204"/>
            </a:endParaRPr>
          </a:p>
        </p:txBody>
      </p:sp>
      <p:sp>
        <p:nvSpPr>
          <p:cNvPr id="10" name="圆角矩形 10"/>
          <p:cNvSpPr/>
          <p:nvPr/>
        </p:nvSpPr>
        <p:spPr>
          <a:xfrm>
            <a:off x="195492" y="757646"/>
            <a:ext cx="11843057" cy="5978693"/>
          </a:xfrm>
          <a:prstGeom prst="roundRect">
            <a:avLst>
              <a:gd name="adj" fmla="val 6425"/>
            </a:avLst>
          </a:prstGeom>
          <a:noFill/>
          <a:ln w="12700">
            <a:solidFill>
              <a:srgbClr val="186299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" name="灯片编号占位符 2"/>
          <p:cNvSpPr>
            <a:spLocks noGrp="1"/>
          </p:cNvSpPr>
          <p:nvPr>
            <p:custDataLst>
              <p:tags r:id="rId1"/>
            </p:custDataLst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zh-CN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5BC209CA-FF8A-4D78-A092-BF740142CE1C}" type="slidenum">
              <a:rPr kumimoji="0" lang="zh-CN" altLang="en-US" sz="16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SimSun" pitchFamily="2" charset="-122"/>
                <a:cs typeface="+mn-cs"/>
              </a:rPr>
            </a:fld>
            <a:endParaRPr kumimoji="0" lang="zh-CN" alt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SimSun" pitchFamily="2" charset="-122"/>
              <a:cs typeface="+mn-cs"/>
            </a:endParaRPr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65548" y="194416"/>
            <a:ext cx="2223989" cy="495793"/>
          </a:xfrm>
          <a:prstGeom prst="rect">
            <a:avLst/>
          </a:prstGeom>
        </p:spPr>
      </p:pic>
    </p:spTree>
    <p:custDataLst>
      <p:tags r:id="rId3"/>
    </p:custDataLst>
  </p:cSld>
  <p:clrMapOvr>
    <a:masterClrMapping/>
  </p:clrMapOvr>
  <p:transition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标题 1"/>
          <p:cNvSpPr txBox="1">
            <a:spLocks noChangeArrowheads="1"/>
          </p:cNvSpPr>
          <p:nvPr/>
        </p:nvSpPr>
        <p:spPr bwMode="auto">
          <a:xfrm>
            <a:off x="205105" y="126003"/>
            <a:ext cx="8739868" cy="739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8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8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8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8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8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8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8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8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8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endParaRPr lang="zh-CN" sz="3200" b="1" noProof="0" dirty="0">
              <a:ln>
                <a:noFill/>
              </a:ln>
              <a:solidFill>
                <a:srgbClr val="005390"/>
              </a:solidFill>
              <a:effectLst/>
              <a:uLnTx/>
              <a:uFillTx/>
              <a:latin typeface="Microsoft YaHei" panose="020B0503020204020204" pitchFamily="34" charset="-122"/>
              <a:ea typeface="Microsoft YaHei" panose="020B0503020204020204" pitchFamily="34" charset="-122"/>
              <a:cs typeface="Arial" panose="020B0604020202020204"/>
            </a:endParaRPr>
          </a:p>
        </p:txBody>
      </p:sp>
      <p:sp>
        <p:nvSpPr>
          <p:cNvPr id="10" name="圆角矩形 10"/>
          <p:cNvSpPr/>
          <p:nvPr/>
        </p:nvSpPr>
        <p:spPr>
          <a:xfrm>
            <a:off x="195492" y="757646"/>
            <a:ext cx="11843057" cy="5978693"/>
          </a:xfrm>
          <a:prstGeom prst="roundRect">
            <a:avLst>
              <a:gd name="adj" fmla="val 6425"/>
            </a:avLst>
          </a:prstGeom>
          <a:noFill/>
          <a:ln w="12700">
            <a:solidFill>
              <a:srgbClr val="186299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" name="灯片编号占位符 2"/>
          <p:cNvSpPr>
            <a:spLocks noGrp="1"/>
          </p:cNvSpPr>
          <p:nvPr>
            <p:custDataLst>
              <p:tags r:id="rId1"/>
            </p:custDataLst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zh-CN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5BC209CA-FF8A-4D78-A092-BF740142CE1C}" type="slidenum">
              <a:rPr kumimoji="0" lang="zh-CN" altLang="en-US" sz="16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SimSun" pitchFamily="2" charset="-122"/>
                <a:cs typeface="+mn-cs"/>
              </a:rPr>
            </a:fld>
            <a:endParaRPr kumimoji="0" lang="zh-CN" alt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SimSun" pitchFamily="2" charset="-122"/>
              <a:cs typeface="+mn-cs"/>
            </a:endParaRPr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65548" y="194416"/>
            <a:ext cx="2223989" cy="495793"/>
          </a:xfrm>
          <a:prstGeom prst="rect">
            <a:avLst/>
          </a:prstGeom>
        </p:spPr>
      </p:pic>
    </p:spTree>
    <p:custDataLst>
      <p:tags r:id="rId3"/>
    </p:custDataLst>
  </p:cSld>
  <p:clrMapOvr>
    <a:masterClrMapping/>
  </p:clrMapOvr>
  <p:transition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图片 7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65548" y="194416"/>
            <a:ext cx="2223989" cy="495793"/>
          </a:xfrm>
          <a:prstGeom prst="rect">
            <a:avLst/>
          </a:prstGeom>
        </p:spPr>
      </p:pic>
      <p:pic>
        <p:nvPicPr>
          <p:cNvPr id="7" name="图片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635" y="3917950"/>
            <a:ext cx="12193270" cy="2940050"/>
          </a:xfrm>
          <a:prstGeom prst="rect">
            <a:avLst/>
          </a:prstGeom>
        </p:spPr>
      </p:pic>
      <p:sp>
        <p:nvSpPr>
          <p:cNvPr id="10" name="Shape 45"/>
          <p:cNvSpPr/>
          <p:nvPr/>
        </p:nvSpPr>
        <p:spPr>
          <a:xfrm>
            <a:off x="-635" y="4758343"/>
            <a:ext cx="12192000" cy="1049005"/>
          </a:xfrm>
          <a:prstGeom prst="rect">
            <a:avLst/>
          </a:prstGeom>
          <a:noFill/>
          <a:ln w="12700">
            <a:noFill/>
            <a:miter lim="400000"/>
          </a:ln>
        </p:spPr>
        <p:txBody>
          <a:bodyPr wrap="square" lIns="34290" tIns="34290" rIns="34290" bIns="34290">
            <a:spAutoFit/>
          </a:bodyPr>
          <a:lstStyle>
            <a:lvl1pPr algn="l" defTabSz="914400">
              <a:defRPr sz="9000" cap="all" spc="1350">
                <a:solidFill>
                  <a:srgbClr val="3766D7"/>
                </a:solidFill>
                <a:latin typeface="Impact" panose="020B0806030902050204"/>
                <a:ea typeface="Impact" panose="020B0806030902050204"/>
                <a:cs typeface="Impact" panose="020B0806030902050204"/>
                <a:sym typeface="Impact" panose="020B0806030902050204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1800" cap="none" spc="0">
                <a:solidFill>
                  <a:srgbClr val="000000"/>
                </a:solidFill>
              </a:defRPr>
            </a:pPr>
            <a:r>
              <a:rPr kumimoji="0" lang="en-US" altLang="zh-CN" sz="58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  <a:sym typeface="Impact" panose="020B0806030902050204"/>
              </a:rPr>
              <a:t>Thanks</a:t>
            </a:r>
            <a:r>
              <a:rPr kumimoji="0" lang="zh-CN" altLang="en-US" sz="58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  <a:sym typeface="Impact" panose="020B0806030902050204"/>
              </a:rPr>
              <a:t>！</a:t>
            </a:r>
            <a:endParaRPr kumimoji="0" lang="zh-CN" altLang="en-US" sz="5800" b="1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Times New Roman" panose="02020603050405020304" pitchFamily="18" charset="0"/>
              <a:ea typeface="Microsoft YaHei" panose="020B0503020204020204" pitchFamily="34" charset="-122"/>
              <a:cs typeface="Times New Roman" panose="02020603050405020304" pitchFamily="18" charset="0"/>
              <a:sym typeface="Impact" panose="020B0806030902050204"/>
            </a:endParaRPr>
          </a:p>
        </p:txBody>
      </p:sp>
      <p:sp>
        <p:nvSpPr>
          <p:cNvPr id="5" name="标题 1"/>
          <p:cNvSpPr txBox="1">
            <a:spLocks noChangeArrowheads="1"/>
          </p:cNvSpPr>
          <p:nvPr/>
        </p:nvSpPr>
        <p:spPr bwMode="auto">
          <a:xfrm>
            <a:off x="302463" y="149947"/>
            <a:ext cx="3449964" cy="739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8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8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8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8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8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8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8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8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8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zh-CN" altLang="en-US" sz="3200" b="1" dirty="0">
                <a:solidFill>
                  <a:srgbClr val="00539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Arial" panose="020B0604020202020204"/>
              </a:rPr>
              <a:t>工作计划</a:t>
            </a:r>
            <a:endParaRPr lang="zh-CN" altLang="en-US" sz="3200" b="1" noProof="0" dirty="0">
              <a:ln>
                <a:noFill/>
              </a:ln>
              <a:solidFill>
                <a:srgbClr val="005390"/>
              </a:solidFill>
              <a:effectLst/>
              <a:uLnTx/>
              <a:uFillTx/>
              <a:latin typeface="Microsoft YaHei" panose="020B0503020204020204" pitchFamily="34" charset="-122"/>
              <a:ea typeface="Microsoft YaHei" panose="020B0503020204020204" pitchFamily="34" charset="-122"/>
              <a:cs typeface="Arial" panose="020B0604020202020204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538716" y="1205626"/>
            <a:ext cx="9381259" cy="544195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marL="342900" indent="-342900" algn="l">
              <a:lnSpc>
                <a:spcPct val="150000"/>
              </a:lnSpc>
              <a:buAutoNum type="arabicPeriod"/>
            </a:pPr>
            <a:endParaRPr lang="en-US" altLang="zh-CN" sz="1600" dirty="0">
              <a:latin typeface="Microsoft YaHei" panose="020B0503020204020204" pitchFamily="34" charset="-122"/>
              <a:ea typeface="Microsoft YaHei" panose="020B0503020204020204" pitchFamily="34" charset="-122"/>
              <a:sym typeface="+mn-ea"/>
            </a:endParaRPr>
          </a:p>
        </p:txBody>
      </p:sp>
    </p:spTree>
    <p:custDataLst>
      <p:tags r:id="rId3"/>
    </p:custDataLst>
  </p:cSld>
  <p:clrMapOvr>
    <a:masterClrMapping/>
  </p:clrMapOvr>
  <p:transition/>
</p:sld>
</file>

<file path=ppt/tags/tag1.xml><?xml version="1.0" encoding="utf-8"?>
<p:tagLst xmlns:p="http://schemas.openxmlformats.org/presentationml/2006/main">
  <p:tag name="KSO_WM_BEAUTIFY_FLAG" val=""/>
</p:tagLst>
</file>

<file path=ppt/tags/tag2.xml><?xml version="1.0" encoding="utf-8"?>
<p:tagLst xmlns:p="http://schemas.openxmlformats.org/presentationml/2006/main">
  <p:tag name="KSO_WM_BEAUTIFY_FLAG" val=""/>
</p:tagLst>
</file>

<file path=ppt/tags/tag3.xml><?xml version="1.0" encoding="utf-8"?>
<p:tagLst xmlns:p="http://schemas.openxmlformats.org/presentationml/2006/main">
  <p:tag name="KSO_WM_SLIDE_BACKGROUND_TYPE" val="general"/>
</p:tagLst>
</file>

<file path=ppt/tags/tag4.xml><?xml version="1.0" encoding="utf-8"?>
<p:tagLst xmlns:p="http://schemas.openxmlformats.org/presentationml/2006/main">
  <p:tag name="KSO_WM_BEAUTIFY_FLAG" val=""/>
</p:tagLst>
</file>

<file path=ppt/tags/tag5.xml><?xml version="1.0" encoding="utf-8"?>
<p:tagLst xmlns:p="http://schemas.openxmlformats.org/presentationml/2006/main">
  <p:tag name="KSO_WM_SLIDE_BACKGROUND_TYPE" val="general"/>
</p:tagLst>
</file>

<file path=ppt/tags/tag6.xml><?xml version="1.0" encoding="utf-8"?>
<p:tagLst xmlns:p="http://schemas.openxmlformats.org/presentationml/2006/main">
  <p:tag name="KSO_WM_SLIDE_BACKGROUND_TYPE" val="general"/>
</p:tagLst>
</file>

<file path=ppt/tags/tag7.xml><?xml version="1.0" encoding="utf-8"?>
<p:tagLst xmlns:p="http://schemas.openxmlformats.org/presentationml/2006/main">
  <p:tag name="RESOURCE_RECORD_KEY" val="{&quot;65&quot;:[20229149],&quot;70&quot;:[3319068,3312407]}"/>
  <p:tag name="COMMONDATA" val="eyJoZGlkIjoiMWE2MmRiMDAwMTc4ZmUxYjI2MjMwNzljODhkYTA0MzAifQ=="/>
</p:tagLst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35</Words>
  <Application>WPS 演示</Application>
  <PresentationFormat>宽屏</PresentationFormat>
  <Paragraphs>14</Paragraphs>
  <Slides>4</Slides>
  <Notes>8</Notes>
  <HiddenSlides>0</HiddenSlides>
  <MMClips>0</MMClips>
  <ScaleCrop>false</ScaleCrop>
  <HeadingPairs>
    <vt:vector size="6" baseType="variant">
      <vt:variant>
        <vt:lpstr>已用的字体</vt:lpstr>
      </vt:variant>
      <vt:variant>
        <vt:i4>21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4</vt:i4>
      </vt:variant>
    </vt:vector>
  </HeadingPairs>
  <TitlesOfParts>
    <vt:vector size="26" baseType="lpstr">
      <vt:lpstr>Arial</vt:lpstr>
      <vt:lpstr>SimSun</vt:lpstr>
      <vt:lpstr>Wingdings</vt:lpstr>
      <vt:lpstr>DejaVu Sans</vt:lpstr>
      <vt:lpstr>Microsoft YaHei</vt:lpstr>
      <vt:lpstr>Droid Sans Fallback</vt:lpstr>
      <vt:lpstr>Calibri</vt:lpstr>
      <vt:lpstr>Arial</vt:lpstr>
      <vt:lpstr>Calibri</vt:lpstr>
      <vt:lpstr>SimSun</vt:lpstr>
      <vt:lpstr>Impact</vt:lpstr>
      <vt:lpstr>Ubuntu Condensed</vt:lpstr>
      <vt:lpstr>Times New Roman</vt:lpstr>
      <vt:lpstr>等线 Light</vt:lpstr>
      <vt:lpstr>Gubbi</vt:lpstr>
      <vt:lpstr>等线</vt:lpstr>
      <vt:lpstr>Microsoft YaHei</vt:lpstr>
      <vt:lpstr>Arial Unicode MS</vt:lpstr>
      <vt:lpstr>SimSun</vt:lpstr>
      <vt:lpstr>Noto Serif CJK SC</vt:lpstr>
      <vt:lpstr>OpenSymbol</vt:lpstr>
      <vt:lpstr>Office 主题​​</vt:lpstr>
      <vt:lpstr>组会报告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微电子研究院科研工作汇报</dc:title>
  <dc:creator>Bruce Andy</dc:creator>
  <cp:lastModifiedBy>刘子豪</cp:lastModifiedBy>
  <cp:revision>5774</cp:revision>
  <dcterms:created xsi:type="dcterms:W3CDTF">2026-06-11T08:37:23Z</dcterms:created>
  <dcterms:modified xsi:type="dcterms:W3CDTF">2026-06-11T08:37:23Z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45F5DA9DE04671D22526106ABBD474A7_43</vt:lpwstr>
  </property>
  <property fmtid="{D5CDD505-2E9C-101B-9397-08002B2CF9AE}" pid="3" name="KSOProductBuildVer">
    <vt:lpwstr>2052-12.1.2.25838</vt:lpwstr>
  </property>
</Properties>
</file>