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6" r:id="rId4"/>
    <p:sldId id="6529" r:id="rId6"/>
    <p:sldId id="6531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9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en-US" altLang="zh-CN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BCI</a:t>
            </a:r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调研报告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链路分析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" y="971550"/>
            <a:ext cx="1975485" cy="545147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51815" y="6471920"/>
            <a:ext cx="10079355" cy="212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主要聚焦于非侵入式</a:t>
            </a:r>
            <a:r>
              <a:rPr lang="en-US" altLang="zh-CN" sz="1200"/>
              <a:t>BCI-EEG</a:t>
            </a:r>
            <a:endParaRPr lang="en-US" altLang="zh-CN" sz="12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170" y="971550"/>
            <a:ext cx="5704840" cy="243776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170" y="3463925"/>
            <a:ext cx="5704840" cy="214439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8569325" y="971550"/>
            <a:ext cx="3152775" cy="4940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数据预处理、特征提取、</a:t>
            </a:r>
            <a:r>
              <a:rPr lang="en-US" altLang="zh-CN">
                <a:ea typeface="SimSun" charset="0"/>
              </a:rPr>
              <a:t>decode</a:t>
            </a:r>
            <a:r>
              <a:rPr lang="zh-CN" altLang="en-US">
                <a:ea typeface="SimSun" charset="0"/>
              </a:rPr>
              <a:t>均在传统</a:t>
            </a:r>
            <a:r>
              <a:rPr lang="en-US" altLang="zh-CN">
                <a:ea typeface="SimSun" charset="0"/>
              </a:rPr>
              <a:t>x86PC/workstation</a:t>
            </a:r>
            <a:r>
              <a:rPr lang="zh-CN" altLang="en-US">
                <a:ea typeface="SimSun" charset="0"/>
              </a:rPr>
              <a:t>进行</a:t>
            </a:r>
            <a:r>
              <a:rPr lang="en-US" altLang="zh-CN">
                <a:ea typeface="SimSun" charset="0"/>
              </a:rPr>
              <a:t>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安全问题多与</a:t>
            </a:r>
            <a:r>
              <a:rPr lang="en-US" altLang="zh-CN">
                <a:ea typeface="SimSun" charset="0"/>
              </a:rPr>
              <a:t>AI/DL</a:t>
            </a:r>
            <a:r>
              <a:rPr lang="zh-CN" altLang="en-US">
                <a:ea typeface="SimSun" charset="0"/>
              </a:rPr>
              <a:t>模型相关（数据投毒</a:t>
            </a:r>
            <a:r>
              <a:rPr lang="en-US" altLang="zh-CN">
                <a:ea typeface="SimSun" charset="0"/>
              </a:rPr>
              <a:t>etc</a:t>
            </a:r>
            <a:r>
              <a:rPr lang="zh-CN" altLang="en-US">
                <a:ea typeface="SimSun" charset="0"/>
              </a:rPr>
              <a:t>），如果考虑微架构，则可以考虑从向量计算指令</a:t>
            </a:r>
            <a:r>
              <a:rPr lang="en-US" altLang="zh-CN">
                <a:ea typeface="SimSun" charset="0"/>
              </a:rPr>
              <a:t>/GPU</a:t>
            </a:r>
            <a:r>
              <a:rPr lang="zh-CN" altLang="en-US">
                <a:ea typeface="SimSun" charset="0"/>
              </a:rPr>
              <a:t>切入，看是否会出现问题导致用户</a:t>
            </a:r>
            <a:r>
              <a:rPr lang="en-US" altLang="zh-CN">
                <a:ea typeface="SimSun" charset="0"/>
              </a:rPr>
              <a:t>EEG</a:t>
            </a:r>
            <a:r>
              <a:rPr lang="zh-CN" altLang="en-US">
                <a:ea typeface="SimSun" charset="0"/>
              </a:rPr>
              <a:t>数据泄漏</a:t>
            </a:r>
            <a:r>
              <a:rPr lang="en-US" altLang="zh-CN">
                <a:ea typeface="SimSun" charset="0"/>
              </a:rPr>
              <a:t>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en-US" altLang="zh-CN">
                <a:ea typeface="SimSun" charset="0"/>
              </a:rPr>
              <a:t>Decode</a:t>
            </a:r>
            <a:r>
              <a:rPr lang="zh-CN" altLang="en-US">
                <a:ea typeface="SimSun" charset="0"/>
              </a:rPr>
              <a:t>阶段安全问题注重隐私保护</a:t>
            </a:r>
            <a:r>
              <a:rPr lang="en-US" altLang="zh-CN">
                <a:ea typeface="SimSun" charset="0"/>
              </a:rPr>
              <a:t>- Source-free domain adaptation;</a:t>
            </a:r>
            <a:endParaRPr lang="en-US" altLang="zh-CN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加解密使用的是传统的方法，攻击只能从传统路径出发。</a:t>
            </a:r>
            <a:endParaRPr lang="zh-CN" altLang="en-US">
              <a:ea typeface="SimSun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数据特点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&amp;&amp;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想法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" y="971550"/>
            <a:ext cx="6200775" cy="14166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" y="2438400"/>
            <a:ext cx="6200140" cy="16306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70065" y="2079625"/>
            <a:ext cx="4752975" cy="704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主要安全问题就是数据隐私，如果考虑侵入式就要考虑闭环的控制。</a:t>
            </a:r>
            <a:endParaRPr lang="zh-CN" altLang="en-US">
              <a:ea typeface="SimSun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9420" y="4172585"/>
            <a:ext cx="11071860" cy="2240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/>
              <a:t>Cross-Subject → Foundation Model/LLM Agent </a:t>
            </a:r>
            <a:r>
              <a:rPr lang="zh-CN" altLang="en-US"/>
              <a:t>带来的安全问题：</a:t>
            </a:r>
            <a:endParaRPr lang="zh-CN" altLang="en-US"/>
          </a:p>
          <a:p>
            <a:pPr marL="800100" lvl="1" indent="-342900">
              <a:buAutoNum type="arabicPeriod"/>
            </a:pPr>
            <a:r>
              <a:rPr lang="zh-CN" altLang="en-US"/>
              <a:t>模型相关：模型参数</a:t>
            </a:r>
            <a:r>
              <a:rPr lang="en-US" altLang="zh-CN"/>
              <a:t>/Prompt</a:t>
            </a:r>
            <a:r>
              <a:rPr lang="zh-CN" altLang="en-US"/>
              <a:t>、隐私数据、数据污染、</a:t>
            </a:r>
            <a:r>
              <a:rPr lang="en-US" altLang="zh-CN"/>
              <a:t>Agent</a:t>
            </a:r>
            <a:r>
              <a:rPr lang="zh-CN" altLang="en-US">
                <a:ea typeface="SimSun" charset="0"/>
              </a:rPr>
              <a:t>错误问题，该方向如何与硬件结合（加速器的安全、模型运行时微架构漏洞）？</a:t>
            </a:r>
            <a:endParaRPr lang="zh-CN" altLang="en-US">
              <a:ea typeface="SimSun" charset="0"/>
            </a:endParaRPr>
          </a:p>
          <a:p>
            <a:pPr marL="800100" lvl="1" indent="-342900">
              <a:buAutoNum type="arabicPeriod"/>
            </a:pPr>
            <a:r>
              <a:rPr lang="en-US" altLang="zh-CN">
                <a:ea typeface="SimSun" charset="0"/>
              </a:rPr>
              <a:t>Source Free Domain Adaption≠ Privacy-Preserving</a:t>
            </a:r>
            <a:r>
              <a:rPr lang="zh-CN" altLang="en-US">
                <a:ea typeface="SimSun" charset="0"/>
              </a:rPr>
              <a:t>，这个方向是否值得探索，在</a:t>
            </a:r>
            <a:r>
              <a:rPr lang="en-US" altLang="zh-CN">
                <a:ea typeface="SimSun" charset="0"/>
              </a:rPr>
              <a:t>SFDA</a:t>
            </a:r>
            <a:r>
              <a:rPr lang="zh-CN" altLang="en-US">
                <a:ea typeface="SimSun" charset="0"/>
              </a:rPr>
              <a:t>基础做安全的保护？</a:t>
            </a:r>
            <a:endParaRPr lang="zh-CN" altLang="en-US">
              <a:ea typeface="SimSun" charset="0"/>
            </a:endParaRPr>
          </a:p>
          <a:p>
            <a:pPr marL="342900" lvl="0" indent="-342900">
              <a:buAutoNum type="arabicPeriod"/>
            </a:pPr>
            <a:r>
              <a:rPr lang="zh-CN" altLang="en-US">
                <a:ea typeface="SimSun" charset="0"/>
              </a:rPr>
              <a:t>基于整个数据处理链路进行模糊测试，面对合理扰动、异常</a:t>
            </a:r>
            <a:r>
              <a:rPr lang="en-US" altLang="zh-CN">
                <a:ea typeface="SimSun" charset="0"/>
              </a:rPr>
              <a:t>metadata、</a:t>
            </a:r>
            <a:r>
              <a:rPr lang="zh-CN" altLang="en-US">
                <a:ea typeface="SimSun" charset="0"/>
              </a:rPr>
              <a:t>配置变化时，是否会产生错误</a:t>
            </a:r>
            <a:r>
              <a:rPr lang="en-US" altLang="zh-CN">
                <a:ea typeface="SimSun" charset="0"/>
              </a:rPr>
              <a:t>decode、</a:t>
            </a:r>
            <a:r>
              <a:rPr lang="zh-CN" altLang="en-US">
                <a:ea typeface="SimSun" charset="0"/>
              </a:rPr>
              <a:t>隐私泄露、</a:t>
            </a:r>
            <a:r>
              <a:rPr lang="en-US" altLang="zh-CN">
                <a:ea typeface="SimSun" charset="0"/>
              </a:rPr>
              <a:t>NaN、</a:t>
            </a:r>
            <a:r>
              <a:rPr lang="zh-CN" altLang="en-US">
                <a:ea typeface="SimSun" charset="0"/>
              </a:rPr>
              <a:t>延迟异常或未检测到的完整性错误。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可穿戴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/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实时场景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865505"/>
            <a:ext cx="4253230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580" y="863600"/>
            <a:ext cx="4264025" cy="81470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377190" y="1851660"/>
          <a:ext cx="11049000" cy="2568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662940">
                <a:tc>
                  <a:txBody>
                    <a:bodyPr/>
                    <a:p>
                      <a:r>
                        <a:rPr lang="zh-CN" altLang="en-US" sz="1100"/>
                        <a:t>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主要内容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对实时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可穿戴</a:t>
                      </a:r>
                      <a:r>
                        <a:rPr lang="en-US" altLang="zh-CN" sz="1100"/>
                        <a:t>BCI</a:t>
                      </a:r>
                      <a:r>
                        <a:rPr lang="zh-CN" altLang="en-US" sz="1100"/>
                        <a:t>的启示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潜在安全问题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安全硬件机会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NeurIPS'25 REFED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EEG+fNIRS </a:t>
                      </a:r>
                      <a:r>
                        <a:rPr lang="zh-CN" altLang="en-US" sz="1100"/>
                        <a:t>多模态实时情绪数据集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多模态可穿戴 </a:t>
                      </a:r>
                      <a:r>
                        <a:rPr lang="en-US" altLang="zh-CN" sz="1100"/>
                        <a:t>BCI </a:t>
                      </a:r>
                      <a:r>
                        <a:rPr lang="zh-CN" altLang="en-US" sz="1100"/>
                        <a:t>将成为未来趋势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数据投毒、隐私泄露、同步篡改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安全同步与预处理加速器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635">
                <a:tc>
                  <a:txBody>
                    <a:bodyPr/>
                    <a:p>
                      <a:r>
                        <a:rPr lang="en-US" altLang="zh-CN" sz="1100"/>
                        <a:t>ACM MM'25 DMSGL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实时 </a:t>
                      </a:r>
                      <a:r>
                        <a:rPr lang="en-US" altLang="zh-CN" sz="1100"/>
                        <a:t>EEG </a:t>
                      </a:r>
                      <a:r>
                        <a:rPr lang="zh-CN" altLang="en-US" sz="1100"/>
                        <a:t>情绪识别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在线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正逐步向边缘设备部署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对抗扰动、模型投毒、侧信道泄露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ICLR'24 Brain Decoding (MEG)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脑信号视觉重建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未来实时脑信号生成式解码的重要方向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Mental Privacy</a:t>
                      </a:r>
                      <a:r>
                        <a:rPr lang="zh-CN" altLang="en-US" sz="1100"/>
                        <a:t>、内容重建攻击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隐私保护 </a:t>
                      </a:r>
                      <a:r>
                        <a:rPr lang="en-US" altLang="zh-CN" sz="1100"/>
                        <a:t>Neural Decoder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77190" y="4897755"/>
            <a:ext cx="10646410" cy="846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非侵入式设备需要实时处理，硬件加速器可以作为一个考虑的点切入，而且要考虑安全性（具体可以参考体系结构论文</a:t>
            </a:r>
            <a:r>
              <a:rPr lang="en-US" altLang="zh-CN">
                <a:ea typeface="SimSun" charset="0"/>
              </a:rPr>
              <a:t>-</a:t>
            </a:r>
            <a:r>
              <a:rPr lang="zh-CN" altLang="en-US">
                <a:ea typeface="SimSun" charset="0"/>
              </a:rPr>
              <a:t>安全、性能、功耗的</a:t>
            </a:r>
            <a:r>
              <a:rPr lang="en-US" altLang="zh-CN">
                <a:ea typeface="SimSun" charset="0"/>
              </a:rPr>
              <a:t>trade-off</a:t>
            </a:r>
            <a:r>
              <a:rPr lang="zh-CN" altLang="en-US">
                <a:ea typeface="SimSun" charset="0"/>
              </a:rPr>
              <a:t>设计）。</a:t>
            </a:r>
            <a:endParaRPr lang="zh-CN" altLang="en-US">
              <a:ea typeface="SimSun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ABLE_ENDDRAG_ORIGIN_RECT" val="869*202"/>
  <p:tag name="TABLE_ENDDRAG_RECT" val="29*145*869*202"/>
</p:tagLst>
</file>

<file path=ppt/tags/tag8.xml><?xml version="1.0" encoding="utf-8"?>
<p:tagLst xmlns:p="http://schemas.openxmlformats.org/presentationml/2006/main">
  <p:tag name="KSO_WM_SLIDE_BACKGROUND_TYPE" val="general"/>
</p:tagLst>
</file>

<file path=ppt/tags/tag9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WPS 演示</Application>
  <PresentationFormat>宽屏</PresentationFormat>
  <Paragraphs>74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4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MS PGothic</vt:lpstr>
      <vt:lpstr>汉仪中圆B5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5794</cp:revision>
  <dcterms:created xsi:type="dcterms:W3CDTF">2026-06-03T14:23:11Z</dcterms:created>
  <dcterms:modified xsi:type="dcterms:W3CDTF">2026-06-03T14:23:11Z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F85C2B7697230F38EC01206A89FFD74B_43</vt:lpwstr>
  </property>
  <property fmtid="{D5CDD505-2E9C-101B-9397-08002B2CF9AE}" pid="3" name="KSOProductBuildVer">
    <vt:lpwstr>2052-12.1.2.25838</vt:lpwstr>
  </property>
</Properties>
</file>