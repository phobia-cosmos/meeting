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3" r:id="rId4"/>
    <p:sldId id="6525" r:id="rId6"/>
    <p:sldId id="6514" r:id="rId7"/>
  </p:sldIdLst>
  <p:sldSz cx="12192000" cy="6858000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7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5.xml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—2026年10月24日—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917950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SLIDE_BACKGROUND_TYPE" val="general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14</Paragraphs>
  <Slides>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6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5774</cp:revision>
  <dcterms:created xsi:type="dcterms:W3CDTF">2026-06-11T08:37:23Z</dcterms:created>
  <dcterms:modified xsi:type="dcterms:W3CDTF">2026-06-11T08:37:23Z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45F5DA9DE04671D22526106ABBD474A7_43</vt:lpwstr>
  </property>
  <property fmtid="{D5CDD505-2E9C-101B-9397-08002B2CF9AE}" pid="3" name="KSOProductBuildVer">
    <vt:lpwstr>2052-12.1.2.25838</vt:lpwstr>
  </property>
</Properties>
</file>