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13" r:id="rId4"/>
    <p:sldId id="6523" r:id="rId6"/>
    <p:sldId id="6524" r:id="rId7"/>
    <p:sldId id="6514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9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3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5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7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8.xml"/><Relationship Id="rId2" Type="http://schemas.openxmlformats.org/officeDocument/2006/relationships/image" Target="../media/image14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—2026年05月09日—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工作进展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90" y="3871595"/>
            <a:ext cx="5355590" cy="2565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235" y="934085"/>
            <a:ext cx="4540250" cy="289941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188710" y="1826895"/>
            <a:ext cx="5165090" cy="3393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IBP</a:t>
            </a:r>
            <a:r>
              <a:rPr lang="zh-CN" altLang="en-US">
                <a:ea typeface="SimSun" charset="0"/>
              </a:rPr>
              <a:t>存储</a:t>
            </a:r>
            <a:r>
              <a:rPr lang="en-US" altLang="zh-CN">
                <a:ea typeface="SimSun" charset="0"/>
              </a:rPr>
              <a:t>priv_mode</a:t>
            </a:r>
            <a:r>
              <a:rPr lang="zh-CN" altLang="en-US">
                <a:ea typeface="SimSun" charset="0"/>
              </a:rPr>
              <a:t>，因此无法直接做跨特权级</a:t>
            </a:r>
            <a:r>
              <a:rPr lang="en-US" altLang="zh-CN">
                <a:ea typeface="SimSun" charset="0"/>
              </a:rPr>
              <a:t>BTI</a:t>
            </a:r>
            <a:r>
              <a:rPr lang="zh-CN" altLang="en-US">
                <a:ea typeface="SimSun" charset="0"/>
              </a:rPr>
              <a:t>，实验分成两个方向：</a:t>
            </a:r>
            <a:endParaRPr lang="zh-CN" altLang="en-US">
              <a:ea typeface="SimSun" charset="0"/>
            </a:endParaRPr>
          </a:p>
          <a:p>
            <a:endParaRPr lang="zh-CN" altLang="en-US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同特权级跨进程</a:t>
            </a:r>
            <a:r>
              <a:rPr lang="en-US" altLang="zh-CN">
                <a:ea typeface="SimSun" charset="0"/>
              </a:rPr>
              <a:t>spectre-IBP</a:t>
            </a:r>
            <a:r>
              <a:rPr lang="zh-CN" altLang="en-US">
                <a:ea typeface="SimSun" charset="0"/>
              </a:rPr>
              <a:t>：父子进程</a:t>
            </a:r>
            <a:r>
              <a:rPr lang="en-US" altLang="zh-CN">
                <a:ea typeface="SimSun" charset="0"/>
              </a:rPr>
              <a:t>&amp;</a:t>
            </a:r>
            <a:r>
              <a:rPr lang="zh-CN" altLang="en-US">
                <a:ea typeface="SimSun" charset="0"/>
              </a:rPr>
              <a:t>子进程私有随机密钥</a:t>
            </a:r>
            <a:r>
              <a:rPr lang="en-US" altLang="zh-CN">
                <a:ea typeface="SimSun" charset="0"/>
              </a:rPr>
              <a:t>&amp;&amp;</a:t>
            </a:r>
            <a:r>
              <a:rPr lang="zh-CN" altLang="en-US">
                <a:ea typeface="SimSun" charset="0"/>
              </a:rPr>
              <a:t>共享库函数</a:t>
            </a:r>
            <a:r>
              <a:rPr lang="en-US" altLang="zh-CN">
                <a:ea typeface="SimSun" charset="0"/>
              </a:rPr>
              <a:t>&amp;&amp;</a:t>
            </a:r>
            <a:r>
              <a:rPr lang="zh-CN" altLang="en-US">
                <a:ea typeface="SimSun" charset="0"/>
              </a:rPr>
              <a:t>真实</a:t>
            </a:r>
            <a:r>
              <a:rPr lang="en-US" altLang="zh-CN">
                <a:ea typeface="SimSun" charset="0"/>
              </a:rPr>
              <a:t>libc</a:t>
            </a:r>
            <a:r>
              <a:rPr lang="zh-CN" altLang="en-US">
                <a:ea typeface="SimSun" charset="0"/>
              </a:rPr>
              <a:t>类型</a:t>
            </a:r>
            <a:r>
              <a:rPr lang="en-US" altLang="zh-CN">
                <a:ea typeface="SimSun" charset="0"/>
              </a:rPr>
              <a:t>gadget</a:t>
            </a:r>
            <a:r>
              <a:rPr lang="zh-CN" altLang="en-US">
                <a:ea typeface="SimSun" charset="0"/>
              </a:rPr>
              <a:t>（已实现</a:t>
            </a:r>
            <a:r>
              <a:rPr lang="en-US" altLang="zh-CN">
                <a:ea typeface="SimSun" charset="0"/>
              </a:rPr>
              <a:t> </a:t>
            </a:r>
            <a:r>
              <a:rPr lang="zh-CN" altLang="en-US">
                <a:ea typeface="SimSun" charset="0"/>
              </a:rPr>
              <a:t>但真实</a:t>
            </a:r>
            <a:r>
              <a:rPr lang="en-US" altLang="zh-CN">
                <a:ea typeface="SimSun" charset="0"/>
              </a:rPr>
              <a:t>libc</a:t>
            </a:r>
            <a:r>
              <a:rPr lang="zh-CN" altLang="en-US">
                <a:ea typeface="SimSun" charset="0"/>
              </a:rPr>
              <a:t>失败）</a:t>
            </a:r>
            <a:endParaRPr lang="en-US" altLang="zh-CN">
              <a:ea typeface="SimSun" charset="0"/>
            </a:endParaRPr>
          </a:p>
          <a:p>
            <a:pPr marL="342900" indent="-342900">
              <a:buAutoNum type="arabicPeriod"/>
            </a:pPr>
            <a:endParaRPr lang="en-US" altLang="zh-CN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跨特权级</a:t>
            </a:r>
            <a:r>
              <a:rPr lang="en-US" altLang="zh-CN">
                <a:ea typeface="SimSun" charset="0"/>
              </a:rPr>
              <a:t>spectre-BHI</a:t>
            </a:r>
            <a:r>
              <a:rPr lang="zh-CN" altLang="en-US">
                <a:ea typeface="SimSun" charset="0"/>
              </a:rPr>
              <a:t>：</a:t>
            </a:r>
            <a:r>
              <a:rPr lang="en-US" altLang="zh-CN">
                <a:ea typeface="SimSun" charset="0"/>
              </a:rPr>
              <a:t>User History+syscall&amp;&amp;eBPF </a:t>
            </a:r>
            <a:r>
              <a:rPr lang="zh-CN" altLang="en-US">
                <a:ea typeface="SimSun" charset="0"/>
              </a:rPr>
              <a:t>（</a:t>
            </a:r>
            <a:r>
              <a:rPr lang="en-US" altLang="zh-CN">
                <a:ea typeface="SimSun" charset="0"/>
              </a:rPr>
              <a:t>Gadget</a:t>
            </a:r>
            <a:r>
              <a:rPr lang="zh-CN" altLang="en-US">
                <a:ea typeface="SimSun" charset="0"/>
              </a:rPr>
              <a:t>）泄漏</a:t>
            </a:r>
            <a:r>
              <a:rPr lang="en-US" altLang="zh-CN">
                <a:ea typeface="SimSun" charset="0"/>
              </a:rPr>
              <a:t>kernel</a:t>
            </a:r>
            <a:r>
              <a:rPr lang="zh-CN" altLang="en-US">
                <a:ea typeface="SimSun" charset="0"/>
              </a:rPr>
              <a:t>数据（</a:t>
            </a:r>
            <a:r>
              <a:rPr lang="en-US" altLang="zh-CN">
                <a:ea typeface="SimSun" charset="0"/>
              </a:rPr>
              <a:t>User-Kernel</a:t>
            </a:r>
            <a:r>
              <a:rPr lang="zh-CN" altLang="en-US">
                <a:ea typeface="SimSun" charset="0"/>
              </a:rPr>
              <a:t>变化太大</a:t>
            </a:r>
            <a:r>
              <a:rPr lang="en-US" altLang="zh-CN">
                <a:ea typeface="SimSun" charset="0"/>
              </a:rPr>
              <a:t> </a:t>
            </a:r>
            <a:r>
              <a:rPr lang="zh-CN" altLang="en-US">
                <a:ea typeface="SimSun" charset="0"/>
              </a:rPr>
              <a:t>无法走通全链路）</a:t>
            </a:r>
            <a:endParaRPr lang="zh-CN" altLang="en-US">
              <a:ea typeface="SimSun" charset="0"/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Spectre-IBP</a:t>
            </a: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78460" y="1061085"/>
            <a:ext cx="4354830" cy="2059305"/>
          </a:xfrm>
          <a:prstGeom prst="rect">
            <a:avLst/>
          </a:prstGeom>
        </p:spPr>
        <p:txBody>
          <a:bodyPr wrap="square" rtlCol="0">
            <a:no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两者固定在同一个 </a:t>
            </a:r>
            <a:r>
              <a:rPr lang="en-US" altLang="zh-CN"/>
              <a:t>core </a:t>
            </a:r>
            <a:r>
              <a:rPr lang="zh-CN" altLang="en-US"/>
              <a:t>上运行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victim </a:t>
            </a:r>
            <a:r>
              <a:rPr lang="zh-CN" altLang="en-US"/>
              <a:t>在 </a:t>
            </a:r>
            <a:r>
              <a:rPr lang="en-US" altLang="zh-CN"/>
              <a:t>fork() </a:t>
            </a:r>
            <a:r>
              <a:rPr lang="zh-CN" altLang="en-US"/>
              <a:t>后从 /</a:t>
            </a:r>
            <a:r>
              <a:rPr lang="en-US" altLang="zh-CN"/>
              <a:t>dev/urandom </a:t>
            </a:r>
            <a:r>
              <a:rPr lang="zh-CN" altLang="en-US"/>
              <a:t>生成随机 </a:t>
            </a:r>
            <a:r>
              <a:rPr lang="en-US" altLang="zh-CN"/>
              <a:t>secret，</a:t>
            </a:r>
            <a:r>
              <a:rPr lang="zh-CN" altLang="en-US"/>
              <a:t>因此 </a:t>
            </a:r>
            <a:r>
              <a:rPr lang="en-US" altLang="zh-CN"/>
              <a:t>attacker </a:t>
            </a:r>
            <a:r>
              <a:rPr lang="zh-CN" altLang="en-US"/>
              <a:t>在恢复阶段不知道 </a:t>
            </a:r>
            <a:r>
              <a:rPr lang="en-US" altLang="zh-CN"/>
              <a:t>secret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使用共享库 .</a:t>
            </a:r>
            <a:r>
              <a:rPr lang="en-US" altLang="zh-CN"/>
              <a:t>rodata </a:t>
            </a:r>
            <a:r>
              <a:rPr lang="zh-CN" altLang="en-US"/>
              <a:t>中的 </a:t>
            </a:r>
            <a:r>
              <a:rPr lang="en-US" altLang="zh-CN"/>
              <a:t>probe line</a:t>
            </a:r>
            <a:r>
              <a:rPr lang="zh-CN" altLang="en-US">
                <a:ea typeface="SimSun" charset="0"/>
              </a:rPr>
              <a:t>作为侧信道，</a:t>
            </a:r>
            <a:r>
              <a:rPr lang="en-US" altLang="zh-CN">
                <a:ea typeface="SimSun" charset="0"/>
              </a:rPr>
              <a:t>victim </a:t>
            </a:r>
            <a:r>
              <a:rPr lang="zh-CN" altLang="en-US">
                <a:ea typeface="SimSun" charset="0"/>
              </a:rPr>
              <a:t>瞬态路径根据 </a:t>
            </a:r>
            <a:r>
              <a:rPr lang="en-US" altLang="zh-CN">
                <a:ea typeface="SimSun" charset="0"/>
              </a:rPr>
              <a:t>secret bit </a:t>
            </a:r>
            <a:r>
              <a:rPr lang="zh-CN" altLang="en-US">
                <a:ea typeface="SimSun" charset="0"/>
              </a:rPr>
              <a:t>访问 </a:t>
            </a:r>
            <a:r>
              <a:rPr lang="en-US" altLang="zh-CN">
                <a:ea typeface="SimSun" charset="0"/>
              </a:rPr>
              <a:t>probe0 </a:t>
            </a:r>
            <a:r>
              <a:rPr lang="zh-CN" altLang="en-US">
                <a:ea typeface="SimSun" charset="0"/>
              </a:rPr>
              <a:t>或 </a:t>
            </a:r>
            <a:r>
              <a:rPr lang="en-US" altLang="zh-CN">
                <a:ea typeface="SimSun" charset="0"/>
              </a:rPr>
              <a:t>probe1</a:t>
            </a:r>
            <a:endParaRPr lang="en-US" altLang="zh-CN">
              <a:ea typeface="SimSun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350" y="2819400"/>
            <a:ext cx="6267450" cy="9429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875" y="5718810"/>
            <a:ext cx="6537325" cy="3854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5875" y="4057015"/>
            <a:ext cx="6257925" cy="155511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225" y="3716020"/>
            <a:ext cx="4147185" cy="238823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6350" y="906780"/>
            <a:ext cx="4441190" cy="161798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Spectre-BHI</a:t>
            </a: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428625" y="1442085"/>
            <a:ext cx="4262755" cy="37211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/>
              <a:t>1. </a:t>
            </a:r>
            <a:r>
              <a:rPr lang="zh-CN" altLang="en-US"/>
              <a:t>验证</a:t>
            </a:r>
            <a:r>
              <a:rPr lang="en-US" altLang="zh-CN"/>
              <a:t>user history</a:t>
            </a:r>
            <a:r>
              <a:rPr lang="zh-CN" altLang="en-US">
                <a:ea typeface="SimSun" charset="0"/>
              </a:rPr>
              <a:t>影响</a:t>
            </a:r>
            <a:r>
              <a:rPr lang="en-US" altLang="zh-CN">
                <a:ea typeface="SimSun" charset="0"/>
              </a:rPr>
              <a:t>syscall</a:t>
            </a:r>
            <a:endParaRPr lang="en-US" altLang="zh-CN">
              <a:ea typeface="SimSun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814195"/>
            <a:ext cx="4606925" cy="11195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313680" y="1345565"/>
            <a:ext cx="6040120" cy="2383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问题：</a:t>
            </a:r>
            <a:endParaRPr lang="zh-CN" altLang="en-US"/>
          </a:p>
          <a:p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ea typeface="SimSun" charset="0"/>
                <a:sym typeface="+mn-ea"/>
              </a:rPr>
              <a:t>当前实验需要先</a:t>
            </a:r>
            <a:r>
              <a:rPr lang="en-US" altLang="zh-CN">
                <a:ea typeface="SimSun" charset="0"/>
                <a:sym typeface="+mn-ea"/>
              </a:rPr>
              <a:t>sudo</a:t>
            </a:r>
            <a:r>
              <a:rPr lang="zh-CN" altLang="en-US">
                <a:ea typeface="SimSun" charset="0"/>
                <a:sym typeface="+mn-ea"/>
              </a:rPr>
              <a:t>开启</a:t>
            </a:r>
            <a:r>
              <a:rPr lang="en-US" altLang="zh-CN">
                <a:ea typeface="SimSun" charset="0"/>
                <a:sym typeface="+mn-ea"/>
              </a:rPr>
              <a:t>eBPF</a:t>
            </a:r>
            <a:r>
              <a:rPr lang="zh-CN" altLang="en-US">
                <a:ea typeface="SimSun" charset="0"/>
                <a:sym typeface="+mn-ea"/>
              </a:rPr>
              <a:t>权限（</a:t>
            </a:r>
            <a:r>
              <a:rPr lang="en-US" altLang="zh-CN">
                <a:ea typeface="SimSun" charset="0"/>
                <a:sym typeface="+mn-ea"/>
              </a:rPr>
              <a:t>RISCV</a:t>
            </a:r>
            <a:r>
              <a:rPr lang="zh-CN" altLang="en-US">
                <a:ea typeface="SimSun" charset="0"/>
                <a:sym typeface="+mn-ea"/>
              </a:rPr>
              <a:t>禁止用户</a:t>
            </a:r>
            <a:r>
              <a:rPr lang="en-US" altLang="zh-CN">
                <a:ea typeface="SimSun" charset="0"/>
                <a:sym typeface="+mn-ea"/>
              </a:rPr>
              <a:t>eBPF</a:t>
            </a:r>
            <a:r>
              <a:rPr lang="zh-CN" altLang="en-US">
                <a:ea typeface="SimSun" charset="0"/>
                <a:sym typeface="+mn-ea"/>
              </a:rPr>
              <a:t>），但是论文</a:t>
            </a:r>
            <a:r>
              <a:rPr lang="en-US" altLang="zh-CN">
                <a:ea typeface="SimSun" charset="0"/>
                <a:sym typeface="+mn-ea"/>
              </a:rPr>
              <a:t>kernel-kernel</a:t>
            </a:r>
            <a:r>
              <a:rPr lang="zh-CN" altLang="en-US">
                <a:ea typeface="SimSun" charset="0"/>
                <a:sym typeface="+mn-ea"/>
              </a:rPr>
              <a:t>（</a:t>
            </a:r>
            <a:r>
              <a:rPr lang="en-US" altLang="zh-CN">
                <a:ea typeface="SimSun" charset="0"/>
                <a:sym typeface="+mn-ea"/>
              </a:rPr>
              <a:t>intra mode</a:t>
            </a:r>
            <a:r>
              <a:rPr lang="zh-CN" altLang="en-US">
                <a:ea typeface="SimSun" charset="0"/>
                <a:sym typeface="+mn-ea"/>
              </a:rPr>
              <a:t>）攻击仍具有意义</a:t>
            </a:r>
            <a:endParaRPr lang="zh-CN" altLang="en-US">
              <a:ea typeface="SimSun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ea typeface="SimSun" charset="0"/>
              </a:rPr>
              <a:t>用户态</a:t>
            </a:r>
            <a:r>
              <a:rPr lang="en-US" altLang="zh-CN">
                <a:ea typeface="SimSun" charset="0"/>
              </a:rPr>
              <a:t>history</a:t>
            </a:r>
            <a:r>
              <a:rPr lang="zh-CN" altLang="en-US">
                <a:ea typeface="SimSun" charset="0"/>
              </a:rPr>
              <a:t>不能稳定与</a:t>
            </a:r>
            <a:r>
              <a:rPr lang="en-US" altLang="zh-CN">
                <a:ea typeface="SimSun" charset="0"/>
              </a:rPr>
              <a:t>Gadget</a:t>
            </a:r>
            <a:r>
              <a:rPr lang="zh-CN" altLang="en-US">
                <a:ea typeface="SimSun" charset="0"/>
              </a:rPr>
              <a:t>关联，导致做</a:t>
            </a:r>
            <a:r>
              <a:rPr lang="en-US" altLang="zh-CN">
                <a:ea typeface="SimSun" charset="0"/>
              </a:rPr>
              <a:t>kernel bit</a:t>
            </a:r>
            <a:r>
              <a:rPr lang="zh-CN" altLang="en-US">
                <a:ea typeface="SimSun" charset="0"/>
              </a:rPr>
              <a:t>泄漏时无法执行执行函数</a:t>
            </a:r>
            <a:endParaRPr lang="zh-CN" altLang="en-US">
              <a:ea typeface="SimSun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>
                <a:ea typeface="SimSun" charset="0"/>
              </a:rPr>
              <a:t>Flush Reload</a:t>
            </a:r>
            <a:r>
              <a:rPr lang="zh-CN" altLang="en-US">
                <a:ea typeface="SimSun" charset="0"/>
              </a:rPr>
              <a:t>对于</a:t>
            </a:r>
            <a:r>
              <a:rPr lang="en-US" altLang="zh-CN">
                <a:ea typeface="SimSun" charset="0"/>
              </a:rPr>
              <a:t>probe 1</a:t>
            </a:r>
            <a:r>
              <a:rPr lang="zh-CN" altLang="en-US">
                <a:ea typeface="SimSun" charset="0"/>
              </a:rPr>
              <a:t>（</a:t>
            </a:r>
            <a:r>
              <a:rPr lang="en-US" altLang="zh-CN">
                <a:ea typeface="SimSun" charset="0"/>
              </a:rPr>
              <a:t>bit 1</a:t>
            </a:r>
            <a:r>
              <a:rPr lang="zh-CN" altLang="en-US">
                <a:ea typeface="SimSun" charset="0"/>
              </a:rPr>
              <a:t>）的区分度不高（无法正确识别编码）</a:t>
            </a:r>
            <a:endParaRPr lang="zh-CN" altLang="en-US">
              <a:ea typeface="SimSun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ea typeface="SimSun" charset="0"/>
              </a:rPr>
              <a:t>“用户态传给 </a:t>
            </a:r>
            <a:r>
              <a:rPr lang="en-US" altLang="zh-CN">
                <a:ea typeface="SimSun" charset="0"/>
              </a:rPr>
              <a:t>syscall </a:t>
            </a:r>
            <a:r>
              <a:rPr lang="zh-CN" altLang="en-US">
                <a:ea typeface="SimSun" charset="0"/>
              </a:rPr>
              <a:t>的寄存器值”与“</a:t>
            </a:r>
            <a:r>
              <a:rPr lang="en-US" altLang="zh-CN">
                <a:ea typeface="SimSun" charset="0"/>
              </a:rPr>
              <a:t>eBPF gadget </a:t>
            </a:r>
            <a:r>
              <a:rPr lang="zh-CN" altLang="en-US">
                <a:ea typeface="SimSun" charset="0"/>
              </a:rPr>
              <a:t>瞬态执行时用到的输入”对应关系有问题</a:t>
            </a:r>
            <a:endParaRPr lang="zh-CN" altLang="en-US">
              <a:ea typeface="SimSun" charset="0"/>
            </a:endParaRPr>
          </a:p>
          <a:p>
            <a:pPr marL="342900" indent="-342900">
              <a:buFont typeface="+mj-lt"/>
              <a:buAutoNum type="arabicPeriod"/>
            </a:pPr>
            <a:endParaRPr lang="zh-CN" altLang="en-US">
              <a:ea typeface="SimSun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>
                <a:ea typeface="SimSun" charset="0"/>
                <a:sym typeface="+mn-ea"/>
              </a:rPr>
              <a:t>eBPF</a:t>
            </a:r>
            <a:r>
              <a:rPr lang="zh-CN" altLang="en-US">
                <a:ea typeface="SimSun" charset="0"/>
                <a:sym typeface="+mn-ea"/>
              </a:rPr>
              <a:t>程序与指令间的对应关系（需要将原本的函数转换成</a:t>
            </a:r>
            <a:r>
              <a:rPr lang="en-US" altLang="zh-CN">
                <a:ea typeface="SimSun" charset="0"/>
                <a:sym typeface="+mn-ea"/>
              </a:rPr>
              <a:t>BPF</a:t>
            </a:r>
            <a:r>
              <a:rPr lang="zh-CN" altLang="en-US">
                <a:ea typeface="SimSun" charset="0"/>
                <a:sym typeface="+mn-ea"/>
              </a:rPr>
              <a:t>格式）</a:t>
            </a:r>
            <a:endParaRPr lang="zh-CN" altLang="en-US">
              <a:ea typeface="SimSun" charset="0"/>
            </a:endParaRPr>
          </a:p>
          <a:p>
            <a:pPr marL="342900" indent="-342900">
              <a:buFont typeface="+mj-lt"/>
              <a:buAutoNum type="arabicPeriod"/>
            </a:pPr>
            <a:endParaRPr lang="zh-CN" altLang="en-US">
              <a:ea typeface="SimSun" charset="0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428625" y="3357245"/>
            <a:ext cx="4262755" cy="37211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/>
              <a:t>2. </a:t>
            </a:r>
            <a:r>
              <a:rPr lang="zh-CN" altLang="en-US"/>
              <a:t>验证</a:t>
            </a:r>
            <a:r>
              <a:rPr lang="en-US"/>
              <a:t>eBPF</a:t>
            </a:r>
            <a:r>
              <a:rPr lang="zh-CN" altLang="en-US">
                <a:ea typeface="SimSun" charset="0"/>
              </a:rPr>
              <a:t>的</a:t>
            </a:r>
            <a:r>
              <a:rPr lang="en-US" altLang="zh-CN">
                <a:ea typeface="SimSun" charset="0"/>
              </a:rPr>
              <a:t>Flush Reload</a:t>
            </a:r>
            <a:r>
              <a:rPr lang="zh-CN" altLang="en-US">
                <a:ea typeface="SimSun" charset="0"/>
              </a:rPr>
              <a:t>可行（</a:t>
            </a:r>
            <a:r>
              <a:rPr lang="en-US" altLang="zh-CN">
                <a:ea typeface="SimSun" charset="0"/>
              </a:rPr>
              <a:t>eBPF JIT</a:t>
            </a:r>
            <a:r>
              <a:rPr lang="zh-CN" altLang="en-US">
                <a:ea typeface="SimSun" charset="0"/>
              </a:rPr>
              <a:t>程序无法读取</a:t>
            </a:r>
            <a:r>
              <a:rPr lang="en-US" altLang="zh-CN">
                <a:ea typeface="SimSun" charset="0"/>
              </a:rPr>
              <a:t>cycle</a:t>
            </a:r>
            <a:r>
              <a:rPr lang="zh-CN" altLang="en-US">
                <a:ea typeface="SimSun" charset="0"/>
              </a:rPr>
              <a:t>）</a:t>
            </a:r>
            <a:endParaRPr lang="zh-CN" altLang="en-US">
              <a:ea typeface="SimSun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015740"/>
            <a:ext cx="4511675" cy="4419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28625" y="486092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 </a:t>
            </a:r>
            <a:r>
              <a:rPr lang="zh-CN" altLang="en-US">
                <a:ea typeface="SimSun" charset="0"/>
              </a:rPr>
              <a:t>证明</a:t>
            </a:r>
            <a:r>
              <a:rPr lang="en-US" altLang="zh-CN">
                <a:ea typeface="SimSun" charset="0"/>
              </a:rPr>
              <a:t>Gadget</a:t>
            </a:r>
            <a:r>
              <a:rPr lang="zh-CN" altLang="en-US">
                <a:ea typeface="SimSun" charset="0"/>
              </a:rPr>
              <a:t>可以被架构执行，通过侧信道观测，但是瞬态执行实现</a:t>
            </a:r>
            <a:endParaRPr lang="zh-CN" altLang="en-US">
              <a:ea typeface="SimSun" charset="0"/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将实验到其它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RISCV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开发板验证（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C910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是开源处理器，需要闭源处理器）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征询导师意见（基于当前用户态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IBP&amp;&amp;RAS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写论文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/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继续跨特权实验）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SLIDE_BACKGROUND_TYPE" val="general"/>
</p:tagLst>
</file>

<file path=ppt/tags/tag8.xml><?xml version="1.0" encoding="utf-8"?>
<p:tagLst xmlns:p="http://schemas.openxmlformats.org/presentationml/2006/main">
  <p:tag name="KSO_WM_SLIDE_BACKGROUND_TYPE" val="general"/>
</p:tagLst>
</file>

<file path=ppt/tags/tag9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854</Words>
  <Application>WPS 演示</Application>
  <PresentationFormat>宽屏</PresentationFormat>
  <Paragraphs>51</Paragraphs>
  <Slides>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7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5758</cp:revision>
  <dcterms:created xsi:type="dcterms:W3CDTF">2026-05-09T09:01:55Z</dcterms:created>
  <dcterms:modified xsi:type="dcterms:W3CDTF">2026-05-09T09:01:55Z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0FC543F340F9087294CCFE698899C7CD_43</vt:lpwstr>
  </property>
  <property fmtid="{D5CDD505-2E9C-101B-9397-08002B2CF9AE}" pid="3" name="KSOProductBuildVer">
    <vt:lpwstr>2052-12.1.2.25838</vt:lpwstr>
  </property>
</Properties>
</file>