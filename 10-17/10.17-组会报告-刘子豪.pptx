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6504" r:id="rId3"/>
    <p:sldId id="6523" r:id="rId4"/>
    <p:sldId id="6525" r:id="rId6"/>
    <p:sldId id="6514" r:id="rId7"/>
  </p:sldIdLst>
  <p:sldSz cx="12192000" cy="6858000"/>
  <p:notesSz cx="6858000" cy="9144000"/>
  <p:custDataLst>
    <p:tags r:id="rId1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Liu Tianhang" initials="LT" lastIdx="3" clrIdx="0"/>
  <p:cmAuthor id="1" name="徐 飞" initials="徐" lastIdx="2" clrIdx="0"/>
  <p:cmAuthor id="2" name="作者" initials="A" lastIdx="0" clrIdx="1"/>
  <p:cmAuthor id="3" name="Administrator" initials="A" lastIdx="1" clrIdx="2"/>
  <p:cmAuthor id="4" name="lingyan" initials="l" lastIdx="1" clrIdx="3"/>
  <p:cmAuthor id="5" name="Lenovo" initials="L" lastIdx="1" clrIdx="4"/>
  <p:cmAuthor id="6" name="Daniel L" initials="DL" lastIdx="1" clrIdx="5"/>
  <p:cmAuthor id="8" name="翔 龙" initials="翔龙" lastIdx="0" clrIdx="7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F81BD"/>
    <a:srgbClr val="0A41FF"/>
    <a:srgbClr val="AED38C"/>
    <a:srgbClr val="A9D18E"/>
    <a:srgbClr val="E2EFD8"/>
    <a:srgbClr val="DAE3F2"/>
    <a:srgbClr val="7B98CB"/>
    <a:srgbClr val="8FAADC"/>
    <a:srgbClr val="E46C0A"/>
    <a:srgbClr val="1F497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11" autoAdjust="0"/>
    <p:restoredTop sz="90944" autoAdjust="0"/>
  </p:normalViewPr>
  <p:slideViewPr>
    <p:cSldViewPr snapToGrid="0">
      <p:cViewPr varScale="1">
        <p:scale>
          <a:sx n="146" d="100"/>
          <a:sy n="146" d="100"/>
        </p:scale>
        <p:origin x="630" y="12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122" d="100"/>
          <a:sy n="122" d="100"/>
        </p:scale>
        <p:origin x="4998" y="11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gs" Target="tags/tag7.xml"/><Relationship Id="rId11" Type="http://schemas.openxmlformats.org/officeDocument/2006/relationships/commentAuthors" Target="commentAuthors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D0E278-0997-471C-A626-33B24ADD180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FDE018-9361-4A7D-BF1C-A65E4257A2C8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zh-CN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en-US" altLang="zh-C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>
            <p:custDataLst>
              <p:tags r:id="rId2"/>
            </p:custDataLst>
          </p:nvPr>
        </p:nvSpPr>
        <p:spPr>
          <a:xfrm>
            <a:off x="-8467" y="829629"/>
            <a:ext cx="12208934" cy="92075"/>
          </a:xfrm>
          <a:prstGeom prst="rect">
            <a:avLst/>
          </a:prstGeom>
          <a:solidFill>
            <a:srgbClr val="4F81BD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8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wdUpDiag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8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7.xml"/><Relationship Id="rId3" Type="http://schemas.openxmlformats.org/officeDocument/2006/relationships/tags" Target="../tags/tag3.xml"/><Relationship Id="rId2" Type="http://schemas.openxmlformats.org/officeDocument/2006/relationships/image" Target="../media/image4.png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7.xml"/><Relationship Id="rId3" Type="http://schemas.openxmlformats.org/officeDocument/2006/relationships/tags" Target="../tags/tag5.xml"/><Relationship Id="rId2" Type="http://schemas.openxmlformats.org/officeDocument/2006/relationships/image" Target="../media/image4.png"/><Relationship Id="rId1" Type="http://schemas.openxmlformats.org/officeDocument/2006/relationships/tags" Target="../tags/tag4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7.xml"/><Relationship Id="rId3" Type="http://schemas.openxmlformats.org/officeDocument/2006/relationships/tags" Target="../tags/tag6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2213608"/>
            <a:ext cx="12192000" cy="2430784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08695" y="1624769"/>
            <a:ext cx="11174610" cy="2387600"/>
          </a:xfrm>
        </p:spPr>
        <p:txBody>
          <a:bodyPr/>
          <a:lstStyle/>
          <a:p>
            <a:r>
              <a:rPr lang="zh-CN" altLang="en-US" b="1" dirty="0">
                <a:gradFill>
                  <a:gsLst>
                    <a:gs pos="0">
                      <a:schemeClr val="bg1"/>
                    </a:gs>
                    <a:gs pos="54000">
                      <a:schemeClr val="bg1">
                        <a:lumMod val="85000"/>
                      </a:schemeClr>
                    </a:gs>
                    <a:gs pos="100000">
                      <a:schemeClr val="bg1"/>
                    </a:gs>
                  </a:gsLst>
                  <a:lin ang="5400000" scaled="1"/>
                </a:gradFill>
                <a:effectLst>
                  <a:glow rad="127000">
                    <a:srgbClr val="0070C0"/>
                  </a:glow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组会报告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002" y="6154295"/>
            <a:ext cx="2222614" cy="533427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2955005" y="5713006"/>
            <a:ext cx="6097190" cy="922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>汇报人：刘子豪</a:t>
            </a:r>
            <a:endParaRPr lang="en-US" altLang="zh-CN" b="1" dirty="0"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/>
            <a:endParaRPr lang="en-US" altLang="zh-CN" b="1" dirty="0"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/>
            <a:r>
              <a:rPr lang="en-US" altLang="zh-CN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>—2026年10月17日—</a:t>
            </a:r>
            <a:r>
              <a:rPr lang="zh-CN" altLang="en-US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/>
            </a:r>
            <a:r>
              <a:rPr lang="en-US" altLang="zh-CN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/>
            </a:r>
            <a:r>
              <a:rPr lang="zh-CN" altLang="en-US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/>
            </a:r>
            <a:r>
              <a:rPr lang="en-US" altLang="zh-CN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/>
            </a:r>
            <a:endParaRPr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57455" y="136994"/>
            <a:ext cx="1734545" cy="100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 txBox="1">
            <a:spLocks noChangeArrowheads="1"/>
          </p:cNvSpPr>
          <p:nvPr/>
        </p:nvSpPr>
        <p:spPr bwMode="auto">
          <a:xfrm>
            <a:off x="205105" y="126003"/>
            <a:ext cx="8739868" cy="73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8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zh-CN" sz="3200" b="1" noProof="0" dirty="0">
              <a:ln>
                <a:noFill/>
              </a:ln>
              <a:solidFill>
                <a:srgbClr val="00539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Arial" panose="020B0604020202020204"/>
            </a:endParaRPr>
          </a:p>
        </p:txBody>
      </p:sp>
      <p:sp>
        <p:nvSpPr>
          <p:cNvPr id="10" name="圆角矩形 10"/>
          <p:cNvSpPr/>
          <p:nvPr/>
        </p:nvSpPr>
        <p:spPr>
          <a:xfrm>
            <a:off x="195492" y="757646"/>
            <a:ext cx="11843057" cy="5978693"/>
          </a:xfrm>
          <a:prstGeom prst="roundRect">
            <a:avLst>
              <a:gd name="adj" fmla="val 6425"/>
            </a:avLst>
          </a:prstGeom>
          <a:noFill/>
          <a:ln w="12700">
            <a:solidFill>
              <a:srgbClr val="186299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灯片编号占位符 2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BC209CA-FF8A-4D78-A092-BF740142CE1C}" type="slidenum">
              <a:rPr kumimoji="0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SimSun" pitchFamily="2" charset="-122"/>
                <a:cs typeface="+mn-cs"/>
              </a:rPr>
            </a:fld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SimSun" pitchFamily="2" charset="-122"/>
              <a:cs typeface="+mn-cs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5548" y="194416"/>
            <a:ext cx="2223989" cy="495793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 txBox="1">
            <a:spLocks noChangeArrowheads="1"/>
          </p:cNvSpPr>
          <p:nvPr/>
        </p:nvSpPr>
        <p:spPr bwMode="auto">
          <a:xfrm>
            <a:off x="205105" y="126003"/>
            <a:ext cx="8739868" cy="73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8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sz="3200" b="1" noProof="0" dirty="0">
              <a:ln>
                <a:noFill/>
              </a:ln>
              <a:solidFill>
                <a:srgbClr val="00539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Arial" panose="020B0604020202020204"/>
            </a:endParaRPr>
          </a:p>
        </p:txBody>
      </p:sp>
      <p:sp>
        <p:nvSpPr>
          <p:cNvPr id="10" name="圆角矩形 10"/>
          <p:cNvSpPr/>
          <p:nvPr/>
        </p:nvSpPr>
        <p:spPr>
          <a:xfrm>
            <a:off x="195492" y="757646"/>
            <a:ext cx="11843057" cy="5978693"/>
          </a:xfrm>
          <a:prstGeom prst="roundRect">
            <a:avLst>
              <a:gd name="adj" fmla="val 6425"/>
            </a:avLst>
          </a:prstGeom>
          <a:noFill/>
          <a:ln w="12700">
            <a:solidFill>
              <a:srgbClr val="186299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灯片编号占位符 2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BC209CA-FF8A-4D78-A092-BF740142CE1C}" type="slidenum">
              <a:rPr kumimoji="0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SimSun" pitchFamily="2" charset="-122"/>
                <a:cs typeface="+mn-cs"/>
              </a:rPr>
            </a:fld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SimSun" pitchFamily="2" charset="-122"/>
              <a:cs typeface="+mn-cs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5548" y="194416"/>
            <a:ext cx="2223989" cy="495793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5548" y="194416"/>
            <a:ext cx="2223989" cy="495793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35" y="3917950"/>
            <a:ext cx="12193270" cy="2940050"/>
          </a:xfrm>
          <a:prstGeom prst="rect">
            <a:avLst/>
          </a:prstGeom>
        </p:spPr>
      </p:pic>
      <p:sp>
        <p:nvSpPr>
          <p:cNvPr id="10" name="Shape 45"/>
          <p:cNvSpPr/>
          <p:nvPr/>
        </p:nvSpPr>
        <p:spPr>
          <a:xfrm>
            <a:off x="-635" y="4758343"/>
            <a:ext cx="12192000" cy="1049005"/>
          </a:xfrm>
          <a:prstGeom prst="rect">
            <a:avLst/>
          </a:prstGeom>
          <a:noFill/>
          <a:ln w="12700">
            <a:noFill/>
            <a:miter lim="400000"/>
          </a:ln>
        </p:spPr>
        <p:txBody>
          <a:bodyPr wrap="square" lIns="34290" tIns="34290" rIns="34290" bIns="34290">
            <a:spAutoFit/>
          </a:bodyPr>
          <a:lstStyle>
            <a:lvl1pPr algn="l" defTabSz="914400">
              <a:defRPr sz="9000" cap="all" spc="1350">
                <a:solidFill>
                  <a:srgbClr val="3766D7"/>
                </a:solidFill>
                <a:latin typeface="Impact" panose="020B0806030902050204"/>
                <a:ea typeface="Impact" panose="020B0806030902050204"/>
                <a:cs typeface="Impact" panose="020B0806030902050204"/>
                <a:sym typeface="Impact" panose="020B0806030902050204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 cap="none" spc="0">
                <a:solidFill>
                  <a:srgbClr val="000000"/>
                </a:solidFill>
              </a:defRPr>
            </a:pPr>
            <a:r>
              <a:rPr kumimoji="0" lang="en-US" altLang="zh-CN" sz="5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  <a:sym typeface="Impact" panose="020B0806030902050204"/>
              </a:rPr>
              <a:t>Thanks</a:t>
            </a:r>
            <a:r>
              <a:rPr kumimoji="0" lang="zh-CN" altLang="en-US" sz="5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  <a:sym typeface="Impact" panose="020B0806030902050204"/>
              </a:rPr>
              <a:t>！</a:t>
            </a:r>
            <a:endParaRPr kumimoji="0" lang="zh-CN" altLang="en-US" sz="5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  <a:sym typeface="Impact" panose="020B0806030902050204"/>
            </a:endParaRPr>
          </a:p>
        </p:txBody>
      </p:sp>
      <p:sp>
        <p:nvSpPr>
          <p:cNvPr id="5" name="标题 1"/>
          <p:cNvSpPr txBox="1">
            <a:spLocks noChangeArrowheads="1"/>
          </p:cNvSpPr>
          <p:nvPr/>
        </p:nvSpPr>
        <p:spPr bwMode="auto">
          <a:xfrm>
            <a:off x="302463" y="149947"/>
            <a:ext cx="3449964" cy="73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8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3200" b="1" dirty="0">
                <a:solidFill>
                  <a:srgbClr val="00539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/>
              </a:rPr>
              <a:t>工作计划</a:t>
            </a:r>
            <a:endParaRPr lang="zh-CN" altLang="en-US" sz="3200" b="1" noProof="0" dirty="0">
              <a:ln>
                <a:noFill/>
              </a:ln>
              <a:solidFill>
                <a:srgbClr val="00539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Arial" panose="020B0604020202020204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38716" y="1205626"/>
            <a:ext cx="9381259" cy="54419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342900" indent="-342900" algn="l">
              <a:lnSpc>
                <a:spcPct val="150000"/>
              </a:lnSpc>
              <a:buAutoNum type="arabicPeriod"/>
            </a:pPr>
            <a:endParaRPr lang="en-US" altLang="zh-CN" sz="1600" dirty="0">
              <a:latin typeface="Microsoft YaHei" panose="020B0503020204020204" pitchFamily="34" charset="-122"/>
              <a:ea typeface="Microsoft YaHei" panose="020B0503020204020204" pitchFamily="34" charset="-122"/>
              <a:sym typeface="+mn-ea"/>
            </a:endParaRPr>
          </a:p>
        </p:txBody>
      </p:sp>
    </p:spTree>
    <p:custDataLst>
      <p:tags r:id="rId3"/>
    </p:custDataLst>
  </p:cSld>
  <p:clrMapOvr>
    <a:masterClrMapping/>
  </p:clrMapOvr>
  <p:transition/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SLIDE_BACKGROUND_TYPE" val="general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SLIDE_BACKGROUND_TYPE" val="general"/>
</p:tagLst>
</file>

<file path=ppt/tags/tag6.xml><?xml version="1.0" encoding="utf-8"?>
<p:tagLst xmlns:p="http://schemas.openxmlformats.org/presentationml/2006/main">
  <p:tag name="KSO_WM_SLIDE_BACKGROUND_TYPE" val="general"/>
</p:tagLst>
</file>

<file path=ppt/tags/tag7.xml><?xml version="1.0" encoding="utf-8"?>
<p:tagLst xmlns:p="http://schemas.openxmlformats.org/presentationml/2006/main">
  <p:tag name="RESOURCE_RECORD_KEY" val="{&quot;65&quot;:[20229149],&quot;70&quot;:[3319068,3312407]}"/>
  <p:tag name="COMMONDATA" val="eyJoZGlkIjoiMWE2MmRiMDAwMTc4ZmUxYjI2MjMwNzljODhkYTA0MzA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</Words>
  <Application>WPS 演示</Application>
  <PresentationFormat>宽屏</PresentationFormat>
  <Paragraphs>14</Paragraphs>
  <Slides>4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21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26" baseType="lpstr">
      <vt:lpstr>Arial</vt:lpstr>
      <vt:lpstr>SimSun</vt:lpstr>
      <vt:lpstr>Wingdings</vt:lpstr>
      <vt:lpstr>DejaVu Sans</vt:lpstr>
      <vt:lpstr>Microsoft YaHei</vt:lpstr>
      <vt:lpstr>Droid Sans Fallback</vt:lpstr>
      <vt:lpstr>Calibri</vt:lpstr>
      <vt:lpstr>Arial</vt:lpstr>
      <vt:lpstr>Calibri</vt:lpstr>
      <vt:lpstr>SimSun</vt:lpstr>
      <vt:lpstr>Impact</vt:lpstr>
      <vt:lpstr>Ubuntu Condensed</vt:lpstr>
      <vt:lpstr>Times New Roman</vt:lpstr>
      <vt:lpstr>等线 Light</vt:lpstr>
      <vt:lpstr>Gubbi</vt:lpstr>
      <vt:lpstr>等线</vt:lpstr>
      <vt:lpstr>Microsoft YaHei</vt:lpstr>
      <vt:lpstr>Arial Unicode MS</vt:lpstr>
      <vt:lpstr>SimSun</vt:lpstr>
      <vt:lpstr>Noto Serif CJK SC</vt:lpstr>
      <vt:lpstr>OpenSymbol</vt:lpstr>
      <vt:lpstr>Office 主题​​</vt:lpstr>
      <vt:lpstr>组会报告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微电子研究院科研工作汇报</dc:title>
  <dc:creator>Bruce Andy</dc:creator>
  <cp:lastModifiedBy>刘子豪</cp:lastModifiedBy>
  <cp:revision>5774</cp:revision>
  <dcterms:created xsi:type="dcterms:W3CDTF">2026-06-11T08:37:23Z</dcterms:created>
  <dcterms:modified xsi:type="dcterms:W3CDTF">2026-06-11T08:37:23Z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45F5DA9DE04671D22526106ABBD474A7_43</vt:lpwstr>
  </property>
  <property fmtid="{D5CDD505-2E9C-101B-9397-08002B2CF9AE}" pid="3" name="KSOProductBuildVer">
    <vt:lpwstr>2052-12.1.2.25838</vt:lpwstr>
  </property>
</Properties>
</file>